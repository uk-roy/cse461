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hfrk8N9oiTFPAjtzGU4DIIUS1b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4ebba3cb8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94ebba3cb8_0_2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4ebba3cb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94ebba3cb8_0_3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4ebba3cb8_0_10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4ebba3cb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4ebba3cb8_0_11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94ebba3cb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4ebba3cb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94ebba3cb8_0_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4ebba3cb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94ebba3cb8_0_125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e2c53dd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8e2c53dd1e_0_0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4ebba3cb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94ebba3cb8_0_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4ebba3cb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94ebba3cb8_0_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4ebba3cb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94ebba3cb8_0_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4ebba3cb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94ebba3cb8_0_139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4ebba3cb8_0_14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94ebba3cb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4ebba3cb8_0_14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4ebba3cb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4ebba3cb8_0_15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94ebba3cb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4ebba3cb8_0_15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94ebba3cb8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4ebba3cb8_0_16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94ebba3cb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4ebba3cb8_0_17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94ebba3cb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4ebba3cb8_0_17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94ebba3cb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4ebba3cb8_0_18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94ebba3cb8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4ebba3cb8_0_18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94ebba3cb8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4ebba3cb8_0_19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94ebba3cb8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4ebba3c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94ebba3cb8_0_0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4ebba3cb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94ebba3cb8_0_4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4ebba3cb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94ebba3cb8_0_11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4ebba3cb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94ebba3cb8_0_17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4ebba3cb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94ebba3cb8_0_22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4ebba3cb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394ebba3cb8_0_28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4ebba3cb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g394ebba3cb8_0_34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4ebba3cb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94ebba3cb8_0_40:notes"/>
          <p:cNvSpPr/>
          <p:nvPr>
            <p:ph idx="2" type="sldImg"/>
          </p:nvPr>
        </p:nvSpPr>
        <p:spPr>
          <a:xfrm>
            <a:off x="114321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4ebba3cb8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94ebba3cb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8c21cebfdb_0_1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g38c21cebfdb_0_1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g38c21cebfdb_0_11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8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8c21cebfdb_0_71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g38c21cebfdb_0_718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8c21cebfdb_0_721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g38c21cebfdb_0_72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9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9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9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9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8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Relationship Id="rId4" Type="http://schemas.openxmlformats.org/officeDocument/2006/relationships/image" Target="../media/image29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hyperlink" Target="https://youtu.be/LAtPHANEfQo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hyperlink" Target="https://youtu.be/LAtPHANEfQo" TargetMode="External"/><Relationship Id="rId5" Type="http://schemas.openxmlformats.org/officeDocument/2006/relationships/image" Target="../media/image25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hyperlink" Target="https://youtu.be/eyqwLiowZiU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33.gif"/><Relationship Id="rId5" Type="http://schemas.openxmlformats.org/officeDocument/2006/relationships/hyperlink" Target="https://youtu.be/eyqwLiowZiU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Relationship Id="rId4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jpg"/><Relationship Id="rId4" Type="http://schemas.openxmlformats.org/officeDocument/2006/relationships/image" Target="../media/image3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jpg"/><Relationship Id="rId4" Type="http://schemas.openxmlformats.org/officeDocument/2006/relationships/image" Target="../media/image3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Robotics</a:t>
            </a:r>
            <a:br>
              <a:rPr lang="en-US"/>
            </a:br>
            <a:r>
              <a:rPr lang="en-US"/>
              <a:t>CSE461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Utsha Kumar Roy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8.jpg" id="100" name="Google Shape;100;g394ebba3cb8_0_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8.jpg" id="105" name="Google Shape;105;g394ebba3cb8_0_3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94ebba3cb8_0_363"/>
          <p:cNvSpPr/>
          <p:nvPr/>
        </p:nvSpPr>
        <p:spPr>
          <a:xfrm>
            <a:off x="1924325" y="1607000"/>
            <a:ext cx="1586700" cy="737100"/>
          </a:xfrm>
          <a:prstGeom prst="roundRect">
            <a:avLst>
              <a:gd fmla="val 714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Motion</a:t>
            </a:r>
            <a:endParaRPr b="0" i="0" sz="2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94ebba3cb8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94ebba3cb8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46" y="1418584"/>
            <a:ext cx="3015600" cy="30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94ebba3cb8_0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1471" y="1559967"/>
            <a:ext cx="5621154" cy="280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9.jpg" id="122" name="Google Shape;122;g394ebba3cb8_0_117"/>
          <p:cNvPicPr preferRelativeResize="0"/>
          <p:nvPr/>
        </p:nvPicPr>
        <p:blipFill rotWithShape="1">
          <a:blip r:embed="rId3">
            <a:alphaModFix/>
          </a:blip>
          <a:srcRect b="16036" l="0" r="0" t="0"/>
          <a:stretch/>
        </p:blipFill>
        <p:spPr>
          <a:xfrm>
            <a:off x="0" y="0"/>
            <a:ext cx="9144000" cy="5758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4ebba3cb8_0_1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8"/>
              <a:buNone/>
            </a:pPr>
            <a:r>
              <a:t/>
            </a:r>
            <a:endParaRPr/>
          </a:p>
        </p:txBody>
      </p:sp>
      <p:pic>
        <p:nvPicPr>
          <p:cNvPr descr="Image result for end effector" id="128" name="Google Shape;128;g394ebba3cb8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527" y="2011773"/>
            <a:ext cx="7739849" cy="308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94ebba3cb8_0_125"/>
          <p:cNvSpPr/>
          <p:nvPr/>
        </p:nvSpPr>
        <p:spPr>
          <a:xfrm>
            <a:off x="271603" y="5702356"/>
            <a:ext cx="85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e2c53dd1e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7"/>
              <a:buNone/>
            </a:pPr>
            <a:r>
              <a:rPr lang="en-US"/>
              <a:t>End Effector</a:t>
            </a:r>
            <a:endParaRPr/>
          </a:p>
        </p:txBody>
      </p:sp>
      <p:pic>
        <p:nvPicPr>
          <p:cNvPr descr="Image result for end effector" id="135" name="Google Shape;135;g38e2c53dd1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527" y="2011773"/>
            <a:ext cx="7739849" cy="308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8e2c53dd1e_0_0"/>
          <p:cNvSpPr/>
          <p:nvPr/>
        </p:nvSpPr>
        <p:spPr>
          <a:xfrm>
            <a:off x="271603" y="5702356"/>
            <a:ext cx="85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Two types of fingered end-effectors: (a) gripper type, (b) anthropomorphic type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1.jpg" id="141" name="Google Shape;141;g394ebba3cb8_0_121"/>
          <p:cNvPicPr preferRelativeResize="0"/>
          <p:nvPr/>
        </p:nvPicPr>
        <p:blipFill rotWithShape="1">
          <a:blip r:embed="rId3">
            <a:alphaModFix/>
          </a:blip>
          <a:srcRect b="19736" l="0" r="0" t="0"/>
          <a:stretch/>
        </p:blipFill>
        <p:spPr>
          <a:xfrm>
            <a:off x="0" y="0"/>
            <a:ext cx="9144000" cy="55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2.jpg" id="146" name="Google Shape;146;g394ebba3cb8_0_131"/>
          <p:cNvPicPr preferRelativeResize="0"/>
          <p:nvPr/>
        </p:nvPicPr>
        <p:blipFill rotWithShape="1">
          <a:blip r:embed="rId3">
            <a:alphaModFix/>
          </a:blip>
          <a:srcRect b="23698" l="0" r="0" t="0"/>
          <a:stretch/>
        </p:blipFill>
        <p:spPr>
          <a:xfrm>
            <a:off x="0" y="0"/>
            <a:ext cx="9144000" cy="5232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3.jpg" id="151" name="Google Shape;151;g394ebba3cb8_0_135"/>
          <p:cNvPicPr preferRelativeResize="0"/>
          <p:nvPr/>
        </p:nvPicPr>
        <p:blipFill rotWithShape="1">
          <a:blip r:embed="rId3">
            <a:alphaModFix/>
          </a:blip>
          <a:srcRect b="12471" l="0" r="0" t="0"/>
          <a:stretch/>
        </p:blipFill>
        <p:spPr>
          <a:xfrm>
            <a:off x="0" y="1"/>
            <a:ext cx="9144000" cy="600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4.jpg" id="156" name="Google Shape;15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6.jpg" id="161" name="Google Shape;161;g394ebba3cb8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94ebba3cb8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32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94ebba3cb8_0_143"/>
          <p:cNvSpPr txBox="1"/>
          <p:nvPr/>
        </p:nvSpPr>
        <p:spPr>
          <a:xfrm>
            <a:off x="309525" y="430900"/>
            <a:ext cx="229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Pneumatic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94ebba3cb8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575" y="2432051"/>
            <a:ext cx="57054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94ebba3cb8_0_148"/>
          <p:cNvSpPr txBox="1"/>
          <p:nvPr/>
        </p:nvSpPr>
        <p:spPr>
          <a:xfrm>
            <a:off x="309525" y="430900"/>
            <a:ext cx="229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Hydraulic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94ebba3cb8_0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6900" y="2032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94ebba3cb8_0_153"/>
          <p:cNvSpPr txBox="1"/>
          <p:nvPr/>
        </p:nvSpPr>
        <p:spPr>
          <a:xfrm>
            <a:off x="309525" y="430900"/>
            <a:ext cx="229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94ebba3cb8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850" y="2433567"/>
            <a:ext cx="816292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94ebba3cb8_0_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625" y="1568700"/>
            <a:ext cx="80581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4ebba3cb8_0_163"/>
          <p:cNvSpPr txBox="1"/>
          <p:nvPr>
            <p:ph type="title"/>
          </p:nvPr>
        </p:nvSpPr>
        <p:spPr>
          <a:xfrm>
            <a:off x="311700" y="3584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/>
              <a:t>Motor</a:t>
            </a:r>
            <a:endParaRPr/>
          </a:p>
        </p:txBody>
      </p:sp>
      <p:pic>
        <p:nvPicPr>
          <p:cNvPr id="191" name="Google Shape;191;g394ebba3cb8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2101" y="1337546"/>
            <a:ext cx="5903599" cy="418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94ebba3cb8_0_163"/>
          <p:cNvSpPr txBox="1"/>
          <p:nvPr/>
        </p:nvSpPr>
        <p:spPr>
          <a:xfrm>
            <a:off x="3762162" y="1588209"/>
            <a:ext cx="161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Stator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94ebba3cb8_0_163"/>
          <p:cNvSpPr txBox="1"/>
          <p:nvPr/>
        </p:nvSpPr>
        <p:spPr>
          <a:xfrm>
            <a:off x="2789313" y="4873974"/>
            <a:ext cx="161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Rotor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4ebba3cb8_0_170"/>
          <p:cNvSpPr txBox="1"/>
          <p:nvPr>
            <p:ph type="title"/>
          </p:nvPr>
        </p:nvSpPr>
        <p:spPr>
          <a:xfrm>
            <a:off x="311700" y="339081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/>
              <a:t>DC motor </a:t>
            </a:r>
            <a:endParaRPr/>
          </a:p>
        </p:txBody>
      </p:sp>
      <p:pic>
        <p:nvPicPr>
          <p:cNvPr id="199" name="Google Shape;199;g394ebba3cb8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9" y="1356969"/>
            <a:ext cx="4389025" cy="35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94ebba3cb8_0_170"/>
          <p:cNvSpPr txBox="1"/>
          <p:nvPr/>
        </p:nvSpPr>
        <p:spPr>
          <a:xfrm>
            <a:off x="125023" y="6230819"/>
            <a:ext cx="286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https://youtu.be/LAtPHANEfQo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4ebba3cb8_0_176"/>
          <p:cNvSpPr txBox="1"/>
          <p:nvPr>
            <p:ph type="title"/>
          </p:nvPr>
        </p:nvSpPr>
        <p:spPr>
          <a:xfrm>
            <a:off x="311700" y="339081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/>
              <a:t>DC motor </a:t>
            </a:r>
            <a:endParaRPr/>
          </a:p>
        </p:txBody>
      </p:sp>
      <p:pic>
        <p:nvPicPr>
          <p:cNvPr id="206" name="Google Shape;206;g394ebba3cb8_0_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9" y="1356969"/>
            <a:ext cx="4389025" cy="35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94ebba3cb8_0_176"/>
          <p:cNvSpPr txBox="1"/>
          <p:nvPr/>
        </p:nvSpPr>
        <p:spPr>
          <a:xfrm>
            <a:off x="125023" y="6230819"/>
            <a:ext cx="286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https://youtu.be/LAtPHANEfQo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94ebba3cb8_0_1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3124" y="1560167"/>
            <a:ext cx="4138476" cy="2383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4ebba3cb8_0_183"/>
          <p:cNvSpPr txBox="1"/>
          <p:nvPr>
            <p:ph type="title"/>
          </p:nvPr>
        </p:nvSpPr>
        <p:spPr>
          <a:xfrm>
            <a:off x="311700" y="2179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/>
              <a:t>Stepper Motor </a:t>
            </a:r>
            <a:endParaRPr/>
          </a:p>
        </p:txBody>
      </p:sp>
      <p:pic>
        <p:nvPicPr>
          <p:cNvPr id="214" name="Google Shape;214;g394ebba3cb8_0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6" y="1536628"/>
            <a:ext cx="3988175" cy="31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94ebba3cb8_0_183"/>
          <p:cNvSpPr txBox="1"/>
          <p:nvPr/>
        </p:nvSpPr>
        <p:spPr>
          <a:xfrm>
            <a:off x="1673175" y="6197000"/>
            <a:ext cx="262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https://youtu.be/eyqwLiowZiU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4ebba3cb8_0_189"/>
          <p:cNvSpPr txBox="1"/>
          <p:nvPr>
            <p:ph type="title"/>
          </p:nvPr>
        </p:nvSpPr>
        <p:spPr>
          <a:xfrm>
            <a:off x="270750" y="197731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/>
              <a:t>Stepper Motor </a:t>
            </a:r>
            <a:endParaRPr/>
          </a:p>
        </p:txBody>
      </p:sp>
      <p:pic>
        <p:nvPicPr>
          <p:cNvPr id="221" name="Google Shape;221;g394ebba3cb8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6" y="1536628"/>
            <a:ext cx="3988175" cy="318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94ebba3cb8_0_1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5196" y="1215633"/>
            <a:ext cx="3307800" cy="332005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94ebba3cb8_0_189"/>
          <p:cNvSpPr txBox="1"/>
          <p:nvPr/>
        </p:nvSpPr>
        <p:spPr>
          <a:xfrm>
            <a:off x="1673175" y="6197000"/>
            <a:ext cx="262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https://youtu.be/eyqwLiowZiU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4ebba3cb8_0_196"/>
          <p:cNvSpPr txBox="1"/>
          <p:nvPr>
            <p:ph type="title"/>
          </p:nvPr>
        </p:nvSpPr>
        <p:spPr>
          <a:xfrm>
            <a:off x="311700" y="791156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-US"/>
              <a:t>Servo Motor </a:t>
            </a:r>
            <a:endParaRPr/>
          </a:p>
        </p:txBody>
      </p:sp>
      <p:pic>
        <p:nvPicPr>
          <p:cNvPr id="229" name="Google Shape;229;g394ebba3cb8_0_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4280" y="1572834"/>
            <a:ext cx="6183850" cy="44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6.jpg" id="234" name="Google Shape;234;g394ebba3cb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Control Software</a:t>
            </a:r>
            <a:endParaRPr/>
          </a:p>
        </p:txBody>
      </p:sp>
      <p:sp>
        <p:nvSpPr>
          <p:cNvPr id="240" name="Google Shape;240;p16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7646"/>
              <a:buChar char="•"/>
            </a:pPr>
            <a:r>
              <a:rPr lang="en-US"/>
              <a:t>Robot Vision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17646"/>
              <a:buChar char="•"/>
            </a:pPr>
            <a:r>
              <a:rPr lang="en-US"/>
              <a:t>PID control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17646"/>
              <a:buChar char="•"/>
            </a:pPr>
            <a:r>
              <a:rPr lang="en-US"/>
              <a:t>Trajectory/Motion Planning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17646"/>
              <a:buChar char="•"/>
            </a:pPr>
            <a:r>
              <a:rPr lang="en-US"/>
              <a:t>Localization 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17646"/>
              <a:buChar char="•"/>
            </a:pPr>
            <a:r>
              <a:rPr lang="en-US"/>
              <a:t>Manipulator Control 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17646"/>
              <a:buChar char="•"/>
            </a:pPr>
            <a:r>
              <a:rPr lang="en-US"/>
              <a:t>UAV Navigation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17646"/>
              <a:buChar char="•"/>
            </a:pPr>
            <a:r>
              <a:rPr lang="en-US"/>
              <a:t>Sensors calibration and sensor fusion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7646"/>
              <a:buChar char="•"/>
            </a:pPr>
            <a:r>
              <a:rPr lang="en-US"/>
              <a:t>Kinematics and dynamics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7646"/>
              <a:buChar char="•"/>
            </a:pPr>
            <a:r>
              <a:rPr lang="en-US"/>
              <a:t>Interfacing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17646"/>
              <a:buChar char="•"/>
            </a:pPr>
            <a:r>
              <a:rPr lang="en-US"/>
              <a:t>Communication</a:t>
            </a:r>
            <a:endParaRPr/>
          </a:p>
        </p:txBody>
      </p:sp>
      <p:pic>
        <p:nvPicPr>
          <p:cNvPr descr="E:\Arif\Summer2020\CSE461\Lectures\intro pics\Robotics and Embedded Systems-47.jpg" id="241" name="Google Shape;241;p166"/>
          <p:cNvPicPr preferRelativeResize="0"/>
          <p:nvPr/>
        </p:nvPicPr>
        <p:blipFill rotWithShape="1">
          <a:blip r:embed="rId3">
            <a:alphaModFix/>
          </a:blip>
          <a:srcRect b="9174" l="7030" r="55643" t="25610"/>
          <a:stretch/>
        </p:blipFill>
        <p:spPr>
          <a:xfrm>
            <a:off x="633743" y="1575302"/>
            <a:ext cx="3485584" cy="4581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Control Hardware</a:t>
            </a:r>
            <a:endParaRPr/>
          </a:p>
        </p:txBody>
      </p:sp>
      <p:sp>
        <p:nvSpPr>
          <p:cNvPr id="247" name="Google Shape;247;p1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Microcontrollers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Arduino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PLC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FPGA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Single Board Computer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Portable PCs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Cloud Computing System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4ebba3cb8_0_4"/>
          <p:cNvSpPr txBox="1"/>
          <p:nvPr>
            <p:ph type="title"/>
          </p:nvPr>
        </p:nvSpPr>
        <p:spPr>
          <a:xfrm>
            <a:off x="457200" y="205979"/>
            <a:ext cx="8229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Microcontrollers</a:t>
            </a:r>
            <a:endParaRPr/>
          </a:p>
        </p:txBody>
      </p:sp>
      <p:pic>
        <p:nvPicPr>
          <p:cNvPr id="253" name="Google Shape;253;g394ebba3cb8_0_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34656"/>
            <a:ext cx="4038600" cy="22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94ebba3cb8_0_4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510737"/>
            <a:ext cx="4038600" cy="27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94ebba3cb8_0_4"/>
          <p:cNvSpPr txBox="1"/>
          <p:nvPr/>
        </p:nvSpPr>
        <p:spPr>
          <a:xfrm>
            <a:off x="889875" y="1063567"/>
            <a:ext cx="64065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microcontroller is a small, integrated circuit that contains a processor, memory, and input/output peripherals.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4ebba3cb8_0_11"/>
          <p:cNvSpPr txBox="1"/>
          <p:nvPr>
            <p:ph type="title"/>
          </p:nvPr>
        </p:nvSpPr>
        <p:spPr>
          <a:xfrm>
            <a:off x="457200" y="205979"/>
            <a:ext cx="8229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Arduino</a:t>
            </a:r>
            <a:endParaRPr/>
          </a:p>
        </p:txBody>
      </p:sp>
      <p:pic>
        <p:nvPicPr>
          <p:cNvPr id="261" name="Google Shape;261;g394ebba3cb8_0_1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0" y="1542433"/>
            <a:ext cx="5105400" cy="38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94ebba3cb8_0_1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514600"/>
            <a:ext cx="2684700" cy="20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4ebba3cb8_0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8"/>
              <a:buNone/>
            </a:pPr>
            <a:r>
              <a:rPr lang="en-US"/>
              <a:t>Arduino</a:t>
            </a:r>
            <a:endParaRPr/>
          </a:p>
        </p:txBody>
      </p:sp>
      <p:pic>
        <p:nvPicPr>
          <p:cNvPr descr="Intro to Arduino (for absolute beginners) - klab.ca" id="268" name="Google Shape;268;g394ebba3cb8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978" y="1388481"/>
            <a:ext cx="5928168" cy="4052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4ebba3cb8_0_22"/>
          <p:cNvSpPr txBox="1"/>
          <p:nvPr>
            <p:ph type="title"/>
          </p:nvPr>
        </p:nvSpPr>
        <p:spPr>
          <a:xfrm>
            <a:off x="457200" y="205979"/>
            <a:ext cx="8229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Programmable Logic Controller (PLC)</a:t>
            </a:r>
            <a:endParaRPr/>
          </a:p>
        </p:txBody>
      </p:sp>
      <p:pic>
        <p:nvPicPr>
          <p:cNvPr id="274" name="Google Shape;274;g394ebba3cb8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2227" y="1341019"/>
            <a:ext cx="4614574" cy="313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94ebba3cb8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66779"/>
            <a:ext cx="3767427" cy="3579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1"/>
          <p:cNvSpPr txBox="1"/>
          <p:nvPr>
            <p:ph type="title"/>
          </p:nvPr>
        </p:nvSpPr>
        <p:spPr>
          <a:xfrm>
            <a:off x="457200" y="3508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lang="en-US"/>
              <a:t>Programmable Logic Controller (PLC)</a:t>
            </a:r>
            <a:endParaRPr/>
          </a:p>
        </p:txBody>
      </p:sp>
      <p:pic>
        <p:nvPicPr>
          <p:cNvPr id="281" name="Google Shape;281;p1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0"/>
            <a:ext cx="3208459" cy="32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71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1981200"/>
            <a:ext cx="5362917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4ebba3cb8_0_28"/>
          <p:cNvSpPr txBox="1"/>
          <p:nvPr>
            <p:ph type="title"/>
          </p:nvPr>
        </p:nvSpPr>
        <p:spPr>
          <a:xfrm>
            <a:off x="457200" y="205979"/>
            <a:ext cx="8229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Single board Computer</a:t>
            </a:r>
            <a:endParaRPr/>
          </a:p>
        </p:txBody>
      </p:sp>
      <p:pic>
        <p:nvPicPr>
          <p:cNvPr id="288" name="Google Shape;288;g394ebba3cb8_0_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487665"/>
            <a:ext cx="4038600" cy="27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94ebba3cb8_0_28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493085"/>
            <a:ext cx="4038600" cy="27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4ebba3cb8_0_34"/>
          <p:cNvSpPr txBox="1"/>
          <p:nvPr>
            <p:ph type="title"/>
          </p:nvPr>
        </p:nvSpPr>
        <p:spPr>
          <a:xfrm>
            <a:off x="457200" y="205979"/>
            <a:ext cx="8229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Raspberry PI 4, Tinkerboard </a:t>
            </a:r>
            <a:endParaRPr/>
          </a:p>
        </p:txBody>
      </p:sp>
      <p:pic>
        <p:nvPicPr>
          <p:cNvPr descr="Amazon.com: Raspberry SC15184 Pi 4 Model B 2019 Quad Core 64 Bit WiFi  Bluetooth (2GB): Computers &amp; Accessories" id="295" name="Google Shape;295;g394ebba3cb8_0_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23985"/>
            <a:ext cx="4038600" cy="327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y Asus Tinker Board With Rockchip Quad-Core RK3288 processor product name  With Best Lowest Price in Dhaka,bangladesh.bd" id="296" name="Google Shape;296;g394ebba3cb8_0_34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843881"/>
            <a:ext cx="3029100" cy="30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4ebba3cb8_0_40"/>
          <p:cNvSpPr txBox="1"/>
          <p:nvPr>
            <p:ph type="title"/>
          </p:nvPr>
        </p:nvSpPr>
        <p:spPr>
          <a:xfrm>
            <a:off x="457200" y="205979"/>
            <a:ext cx="8229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Little Panda and Jetson nano</a:t>
            </a:r>
            <a:endParaRPr/>
          </a:p>
        </p:txBody>
      </p:sp>
      <p:pic>
        <p:nvPicPr>
          <p:cNvPr descr="Amazon.com: NVIDIA Jetson Nano Developer Kit: Computers &amp; Accessories" id="302" name="Google Shape;302;g394ebba3cb8_0_4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2184445"/>
            <a:ext cx="4038600" cy="33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12 Raspberry Pi alternatives (Best of 2018) | ZDNet" id="303" name="Google Shape;303;g394ebba3cb8_0_4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530443"/>
            <a:ext cx="4038600" cy="26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4ebba3cb8_0_268"/>
          <p:cNvSpPr txBox="1"/>
          <p:nvPr>
            <p:ph type="title"/>
          </p:nvPr>
        </p:nvSpPr>
        <p:spPr>
          <a:xfrm>
            <a:off x="457200" y="28028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