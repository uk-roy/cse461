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iZTCLf+67qr5eF9Gvf27xM3Sw/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710898294_0_2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c71089829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710898294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c71089829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c710898294_0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c71089829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710898294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c71089829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10898294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c71089829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710898294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c71089829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710898294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c71089829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e0ba3fc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e0ba3fc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e0ba3fc9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e0ba3fc9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0ba3fc9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e0ba3fc9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e0ba3fc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e0ba3fc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e0ba3fc9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e0ba3fc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0ba3fc9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e0ba3fc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e0ba3fc9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e0ba3fc9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e0ba3fc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e0ba3fc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3465095"/>
            <a:ext cx="8520600" cy="1299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https://youtube.com/playlist?list=PLBlnK6fEyqRineUwP-HPdkQvowXqq5IxA&amp;si=1dXffwOVbx4EpPoL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304832" y="1184587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>
                <a:latin typeface="Times New Roman"/>
                <a:ea typeface="Times New Roman"/>
                <a:cs typeface="Times New Roman"/>
                <a:sym typeface="Times New Roman"/>
              </a:rPr>
              <a:t>Control System Theory Block Diagram Reduction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2c710898294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61" y="2708174"/>
            <a:ext cx="8839204" cy="229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2c710898294_0_2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211" y="843566"/>
            <a:ext cx="8829966" cy="1880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74" y="273864"/>
            <a:ext cx="8229600" cy="456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15" y="284331"/>
            <a:ext cx="8229600" cy="465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Block Diagram Reduction rule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44" y="508195"/>
            <a:ext cx="8229600" cy="442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"/>
          <p:cNvPicPr preferRelativeResize="0"/>
          <p:nvPr/>
        </p:nvPicPr>
        <p:blipFill rotWithShape="1">
          <a:blip r:embed="rId3">
            <a:alphaModFix/>
          </a:blip>
          <a:srcRect b="73135" l="0" r="0" t="0"/>
          <a:stretch/>
        </p:blipFill>
        <p:spPr>
          <a:xfrm>
            <a:off x="281216" y="601020"/>
            <a:ext cx="8229600" cy="131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948" y="2471638"/>
            <a:ext cx="8229600" cy="226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964" y="310594"/>
            <a:ext cx="8229600" cy="438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2c710898294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78000"/>
            <a:ext cx="8839199" cy="39875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c710898294_0_92"/>
          <p:cNvSpPr txBox="1"/>
          <p:nvPr/>
        </p:nvSpPr>
        <p:spPr>
          <a:xfrm>
            <a:off x="152400" y="8492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2c710898294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25" y="622125"/>
            <a:ext cx="8839199" cy="409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c710898294_0_97"/>
          <p:cNvSpPr txBox="1"/>
          <p:nvPr/>
        </p:nvSpPr>
        <p:spPr>
          <a:xfrm>
            <a:off x="152400" y="8492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849" y="317280"/>
            <a:ext cx="8229600" cy="4695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9" y="496624"/>
            <a:ext cx="8229600" cy="4341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Block Diagram Reduction Algorithm</a:t>
            </a:r>
            <a:endParaRPr/>
          </a:p>
        </p:txBody>
      </p:sp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1</a:t>
            </a:r>
            <a:r>
              <a:rPr lang="en"/>
              <a:t> − Check for the blocks connected in series and simplify.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2</a:t>
            </a:r>
            <a:r>
              <a:rPr lang="en"/>
              <a:t> − Check for the blocks connected in parallel and simplify.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3</a:t>
            </a:r>
            <a:r>
              <a:rPr lang="en"/>
              <a:t> − Check for the blocks connected in feedback loop and simplify.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4</a:t>
            </a:r>
            <a:r>
              <a:rPr lang="en"/>
              <a:t> − If there is difficulty with take-off point while simplifying, shift it towards right.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5</a:t>
            </a:r>
            <a:r>
              <a:rPr lang="en"/>
              <a:t> − If there is difficulty with summing point while simplifying, shift it towards left.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Rule 6</a:t>
            </a:r>
            <a:r>
              <a:rPr lang="en"/>
              <a:t> − Repeat the above steps till you get the simplified form, i.e., single block.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2c710898294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85" y="504296"/>
            <a:ext cx="707501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2c710898294_0_102"/>
          <p:cNvSpPr txBox="1"/>
          <p:nvPr/>
        </p:nvSpPr>
        <p:spPr>
          <a:xfrm>
            <a:off x="131525" y="0"/>
            <a:ext cx="3546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1: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2c710898294_0_102"/>
          <p:cNvSpPr txBox="1"/>
          <p:nvPr/>
        </p:nvSpPr>
        <p:spPr>
          <a:xfrm>
            <a:off x="3478845" y="3389467"/>
            <a:ext cx="5435957" cy="1619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4 −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c710898294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663" y="515638"/>
            <a:ext cx="5301488" cy="201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c710898294_0_107"/>
          <p:cNvPicPr preferRelativeResize="0"/>
          <p:nvPr/>
        </p:nvPicPr>
        <p:blipFill rotWithShape="1">
          <a:blip r:embed="rId4">
            <a:alphaModFix/>
          </a:blip>
          <a:srcRect b="0" l="0" r="0" t="18291"/>
          <a:stretch/>
        </p:blipFill>
        <p:spPr>
          <a:xfrm>
            <a:off x="199927" y="2894454"/>
            <a:ext cx="5307100" cy="178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2c710898294_0_107"/>
          <p:cNvSpPr txBox="1"/>
          <p:nvPr/>
        </p:nvSpPr>
        <p:spPr>
          <a:xfrm>
            <a:off x="5754532" y="770021"/>
            <a:ext cx="2947139" cy="365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4 −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615" y="2633196"/>
            <a:ext cx="5468791" cy="19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0" t="20486"/>
          <a:stretch/>
        </p:blipFill>
        <p:spPr>
          <a:xfrm>
            <a:off x="273611" y="735644"/>
            <a:ext cx="5632175" cy="1574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 txBox="1"/>
          <p:nvPr/>
        </p:nvSpPr>
        <p:spPr>
          <a:xfrm>
            <a:off x="5981412" y="1038154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1 −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2c710898294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14" y="80451"/>
            <a:ext cx="5647994" cy="22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c710898294_0_117"/>
          <p:cNvSpPr txBox="1"/>
          <p:nvPr/>
        </p:nvSpPr>
        <p:spPr>
          <a:xfrm>
            <a:off x="5858805" y="723043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3 −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g2c710898294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56" y="2785944"/>
            <a:ext cx="5669280" cy="171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5858805" y="723043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3 −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84" y="656806"/>
            <a:ext cx="5525372" cy="166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87" y="2796561"/>
            <a:ext cx="5650897" cy="1699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2c710898294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38" y="1476526"/>
            <a:ext cx="5410264" cy="16448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2c710898294_0_122"/>
          <p:cNvSpPr txBox="1"/>
          <p:nvPr/>
        </p:nvSpPr>
        <p:spPr>
          <a:xfrm>
            <a:off x="730425" y="873700"/>
            <a:ext cx="1244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c710898294_0_122"/>
          <p:cNvSpPr txBox="1"/>
          <p:nvPr/>
        </p:nvSpPr>
        <p:spPr>
          <a:xfrm>
            <a:off x="5858805" y="723043"/>
            <a:ext cx="2912763" cy="32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series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Check for the blocks connected in parallel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 3 − Check for the blocks connected in feedback loop and simplify.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4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take-off point while simplifying, shift it towards right.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5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If there is difficulty with summing point while simplifying, shift it towards left.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6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Repeat the above steps till you get the simplified form, i.e., single block.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e0ba3fc91_0_0"/>
          <p:cNvSpPr txBox="1"/>
          <p:nvPr/>
        </p:nvSpPr>
        <p:spPr>
          <a:xfrm>
            <a:off x="2524500" y="1396350"/>
            <a:ext cx="40950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Practice for Home</a:t>
            </a:r>
            <a:endParaRPr b="1"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ae0ba3fc91_0_4" title="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250" y="876663"/>
            <a:ext cx="8527501" cy="33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e0ba3fc91_0_4"/>
          <p:cNvSpPr txBox="1"/>
          <p:nvPr/>
        </p:nvSpPr>
        <p:spPr>
          <a:xfrm>
            <a:off x="445275" y="249250"/>
            <a:ext cx="50448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Problem 1</a:t>
            </a:r>
            <a:endParaRPr b="1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0ba3fc91_0_9" title="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43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ae0ba3fc91_0_13" title="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38" y="-62325"/>
            <a:ext cx="7895325" cy="52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ae0ba3fc91_0_17" title="s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425" y="0"/>
            <a:ext cx="680115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e0ba3fc91_0_21"/>
          <p:cNvSpPr txBox="1"/>
          <p:nvPr/>
        </p:nvSpPr>
        <p:spPr>
          <a:xfrm>
            <a:off x="445275" y="249250"/>
            <a:ext cx="50448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Problem 2</a:t>
            </a:r>
            <a:endParaRPr b="1" sz="2700">
              <a:solidFill>
                <a:schemeClr val="dk2"/>
              </a:solidFill>
            </a:endParaRPr>
          </a:p>
        </p:txBody>
      </p:sp>
      <p:pic>
        <p:nvPicPr>
          <p:cNvPr id="194" name="Google Shape;194;g3ae0ba3fc91_0_21" title="q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250" y="876550"/>
            <a:ext cx="6731501" cy="42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ae0ba3fc91_0_26" title="q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875" y="152400"/>
            <a:ext cx="660225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3ae0ba3fc91_0_30" title="q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525" y="471488"/>
            <a:ext cx="683895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210" name="Google Shape;2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PID Control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</cp:coreProperties>
</file>