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12192000"/>
  <p:notesSz cx="6858000" cy="9144000"/>
  <p:embeddedFontLst>
    <p:embeddedFont>
      <p:font typeface="Cambria Math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njVOwvaQosWY0DZhbUJhMi+3X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115389-CB62-492B-8B42-2BEB54FE5065}">
  <a:tblStyle styleId="{1E115389-CB62-492B-8B42-2BEB54FE50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ambriaMath-regular.fntdata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4" name="Google Shape;90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8" name="Google Shape;99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8" name="Google Shape;108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2" name="Google Shape;115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7" name="Google Shape;118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2" name="Google Shape;122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7" name="Google Shape;125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2" name="Google Shape;129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2" name="Google Shape;134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2" name="Google Shape;139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2" name="Google Shape;144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2" name="Google Shape;149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7" name="Google Shape;155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2" name="Google Shape;162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7" name="Google Shape;168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2" name="Google Shape;175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1" name="Google Shape;177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8" name="Google Shape;177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0" name="Google Shape;179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8" name="Google Shape;179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1" name="Google Shape;181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7" name="Google Shape;188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21.png"/><Relationship Id="rId13" Type="http://schemas.openxmlformats.org/officeDocument/2006/relationships/image" Target="../media/image26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15" Type="http://schemas.openxmlformats.org/officeDocument/2006/relationships/image" Target="../media/image31.png"/><Relationship Id="rId1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2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17.png"/><Relationship Id="rId13" Type="http://schemas.openxmlformats.org/officeDocument/2006/relationships/image" Target="../media/image31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4.png"/><Relationship Id="rId9" Type="http://schemas.openxmlformats.org/officeDocument/2006/relationships/image" Target="../media/image48.png"/><Relationship Id="rId5" Type="http://schemas.openxmlformats.org/officeDocument/2006/relationships/image" Target="../media/image5.png"/><Relationship Id="rId6" Type="http://schemas.openxmlformats.org/officeDocument/2006/relationships/image" Target="../media/image32.png"/><Relationship Id="rId7" Type="http://schemas.openxmlformats.org/officeDocument/2006/relationships/image" Target="../media/image8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50.png"/><Relationship Id="rId13" Type="http://schemas.openxmlformats.org/officeDocument/2006/relationships/image" Target="../media/image54.png"/><Relationship Id="rId12" Type="http://schemas.openxmlformats.org/officeDocument/2006/relationships/image" Target="../media/image35.gi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9" Type="http://schemas.openxmlformats.org/officeDocument/2006/relationships/image" Target="../media/image29.png"/><Relationship Id="rId15" Type="http://schemas.openxmlformats.org/officeDocument/2006/relationships/image" Target="../media/image44.png"/><Relationship Id="rId14" Type="http://schemas.openxmlformats.org/officeDocument/2006/relationships/image" Target="../media/image43.png"/><Relationship Id="rId16" Type="http://schemas.openxmlformats.org/officeDocument/2006/relationships/image" Target="../media/image68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gif"/><Relationship Id="rId10" Type="http://schemas.openxmlformats.org/officeDocument/2006/relationships/image" Target="../media/image51.png"/><Relationship Id="rId13" Type="http://schemas.openxmlformats.org/officeDocument/2006/relationships/image" Target="../media/image56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7.png"/><Relationship Id="rId14" Type="http://schemas.openxmlformats.org/officeDocument/2006/relationships/image" Target="../media/image68.png"/><Relationship Id="rId5" Type="http://schemas.openxmlformats.org/officeDocument/2006/relationships/image" Target="../media/image58.png"/><Relationship Id="rId6" Type="http://schemas.openxmlformats.org/officeDocument/2006/relationships/image" Target="../media/image81.png"/><Relationship Id="rId7" Type="http://schemas.openxmlformats.org/officeDocument/2006/relationships/image" Target="../media/image45.png"/><Relationship Id="rId8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35.gi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63.png"/><Relationship Id="rId9" Type="http://schemas.openxmlformats.org/officeDocument/2006/relationships/image" Target="../media/image69.png"/><Relationship Id="rId5" Type="http://schemas.openxmlformats.org/officeDocument/2006/relationships/image" Target="../media/image40.png"/><Relationship Id="rId6" Type="http://schemas.openxmlformats.org/officeDocument/2006/relationships/image" Target="../media/image61.png"/><Relationship Id="rId7" Type="http://schemas.openxmlformats.org/officeDocument/2006/relationships/image" Target="../media/image67.png"/><Relationship Id="rId8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73.png"/><Relationship Id="rId1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4.png"/><Relationship Id="rId4" Type="http://schemas.openxmlformats.org/officeDocument/2006/relationships/image" Target="../media/image35.gif"/><Relationship Id="rId9" Type="http://schemas.openxmlformats.org/officeDocument/2006/relationships/image" Target="../media/image40.png"/><Relationship Id="rId5" Type="http://schemas.openxmlformats.org/officeDocument/2006/relationships/image" Target="../media/image54.png"/><Relationship Id="rId6" Type="http://schemas.openxmlformats.org/officeDocument/2006/relationships/image" Target="../media/image64.png"/><Relationship Id="rId7" Type="http://schemas.openxmlformats.org/officeDocument/2006/relationships/image" Target="../media/image58.png"/><Relationship Id="rId8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3.png"/><Relationship Id="rId10" Type="http://schemas.openxmlformats.org/officeDocument/2006/relationships/image" Target="../media/image70.png"/><Relationship Id="rId13" Type="http://schemas.openxmlformats.org/officeDocument/2006/relationships/image" Target="../media/image17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63.png"/><Relationship Id="rId9" Type="http://schemas.openxmlformats.org/officeDocument/2006/relationships/image" Target="../media/image118.png"/><Relationship Id="rId15" Type="http://schemas.openxmlformats.org/officeDocument/2006/relationships/image" Target="../media/image54.png"/><Relationship Id="rId14" Type="http://schemas.openxmlformats.org/officeDocument/2006/relationships/image" Target="../media/image35.gif"/><Relationship Id="rId17" Type="http://schemas.openxmlformats.org/officeDocument/2006/relationships/image" Target="../media/image95.png"/><Relationship Id="rId16" Type="http://schemas.openxmlformats.org/officeDocument/2006/relationships/image" Target="../media/image123.png"/><Relationship Id="rId5" Type="http://schemas.openxmlformats.org/officeDocument/2006/relationships/image" Target="../media/image76.png"/><Relationship Id="rId6" Type="http://schemas.openxmlformats.org/officeDocument/2006/relationships/image" Target="../media/image67.png"/><Relationship Id="rId18" Type="http://schemas.openxmlformats.org/officeDocument/2006/relationships/image" Target="../media/image79.png"/><Relationship Id="rId7" Type="http://schemas.openxmlformats.org/officeDocument/2006/relationships/image" Target="../media/image40.png"/><Relationship Id="rId8" Type="http://schemas.openxmlformats.org/officeDocument/2006/relationships/image" Target="../media/image8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97.png"/><Relationship Id="rId13" Type="http://schemas.openxmlformats.org/officeDocument/2006/relationships/image" Target="../media/image85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7.png"/><Relationship Id="rId4" Type="http://schemas.openxmlformats.org/officeDocument/2006/relationships/image" Target="../media/image98.png"/><Relationship Id="rId9" Type="http://schemas.openxmlformats.org/officeDocument/2006/relationships/image" Target="../media/image93.png"/><Relationship Id="rId5" Type="http://schemas.openxmlformats.org/officeDocument/2006/relationships/image" Target="../media/image35.gif"/><Relationship Id="rId6" Type="http://schemas.openxmlformats.org/officeDocument/2006/relationships/image" Target="../media/image54.png"/><Relationship Id="rId7" Type="http://schemas.openxmlformats.org/officeDocument/2006/relationships/image" Target="../media/image89.png"/><Relationship Id="rId8" Type="http://schemas.openxmlformats.org/officeDocument/2006/relationships/image" Target="../media/image8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93.png"/><Relationship Id="rId13" Type="http://schemas.openxmlformats.org/officeDocument/2006/relationships/image" Target="../media/image99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8.png"/><Relationship Id="rId4" Type="http://schemas.openxmlformats.org/officeDocument/2006/relationships/image" Target="../media/image35.gif"/><Relationship Id="rId9" Type="http://schemas.openxmlformats.org/officeDocument/2006/relationships/image" Target="../media/image84.png"/><Relationship Id="rId14" Type="http://schemas.openxmlformats.org/officeDocument/2006/relationships/image" Target="../media/image85.png"/><Relationship Id="rId5" Type="http://schemas.openxmlformats.org/officeDocument/2006/relationships/image" Target="../media/image54.png"/><Relationship Id="rId6" Type="http://schemas.openxmlformats.org/officeDocument/2006/relationships/image" Target="../media/image91.png"/><Relationship Id="rId7" Type="http://schemas.openxmlformats.org/officeDocument/2006/relationships/image" Target="../media/image87.png"/><Relationship Id="rId8" Type="http://schemas.openxmlformats.org/officeDocument/2006/relationships/image" Target="../media/image8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0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2.png"/><Relationship Id="rId10" Type="http://schemas.openxmlformats.org/officeDocument/2006/relationships/image" Target="../media/image17.png"/><Relationship Id="rId1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7.png"/><Relationship Id="rId4" Type="http://schemas.openxmlformats.org/officeDocument/2006/relationships/image" Target="../media/image4.png"/><Relationship Id="rId9" Type="http://schemas.openxmlformats.org/officeDocument/2006/relationships/image" Target="../media/image107.png"/><Relationship Id="rId5" Type="http://schemas.openxmlformats.org/officeDocument/2006/relationships/image" Target="../media/image5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9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5.png"/><Relationship Id="rId10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1.png"/><Relationship Id="rId4" Type="http://schemas.openxmlformats.org/officeDocument/2006/relationships/image" Target="../media/image110.png"/><Relationship Id="rId9" Type="http://schemas.openxmlformats.org/officeDocument/2006/relationships/image" Target="../media/image107.png"/><Relationship Id="rId5" Type="http://schemas.openxmlformats.org/officeDocument/2006/relationships/image" Target="../media/image104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9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93.png"/><Relationship Id="rId13" Type="http://schemas.openxmlformats.org/officeDocument/2006/relationships/image" Target="../media/image99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1.png"/><Relationship Id="rId4" Type="http://schemas.openxmlformats.org/officeDocument/2006/relationships/image" Target="../media/image35.gif"/><Relationship Id="rId9" Type="http://schemas.openxmlformats.org/officeDocument/2006/relationships/image" Target="../media/image84.png"/><Relationship Id="rId14" Type="http://schemas.openxmlformats.org/officeDocument/2006/relationships/image" Target="../media/image124.png"/><Relationship Id="rId5" Type="http://schemas.openxmlformats.org/officeDocument/2006/relationships/image" Target="../media/image54.png"/><Relationship Id="rId6" Type="http://schemas.openxmlformats.org/officeDocument/2006/relationships/image" Target="../media/image122.png"/><Relationship Id="rId7" Type="http://schemas.openxmlformats.org/officeDocument/2006/relationships/image" Target="../media/image87.png"/><Relationship Id="rId8" Type="http://schemas.openxmlformats.org/officeDocument/2006/relationships/image" Target="../media/image89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84.png"/><Relationship Id="rId13" Type="http://schemas.openxmlformats.org/officeDocument/2006/relationships/image" Target="../media/image48.png"/><Relationship Id="rId1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7.png"/><Relationship Id="rId4" Type="http://schemas.openxmlformats.org/officeDocument/2006/relationships/image" Target="../media/image35.gif"/><Relationship Id="rId9" Type="http://schemas.openxmlformats.org/officeDocument/2006/relationships/image" Target="../media/image89.png"/><Relationship Id="rId15" Type="http://schemas.openxmlformats.org/officeDocument/2006/relationships/image" Target="../media/image124.png"/><Relationship Id="rId14" Type="http://schemas.openxmlformats.org/officeDocument/2006/relationships/image" Target="../media/image99.png"/><Relationship Id="rId5" Type="http://schemas.openxmlformats.org/officeDocument/2006/relationships/image" Target="../media/image54.png"/><Relationship Id="rId6" Type="http://schemas.openxmlformats.org/officeDocument/2006/relationships/image" Target="../media/image141.png"/><Relationship Id="rId7" Type="http://schemas.openxmlformats.org/officeDocument/2006/relationships/image" Target="../media/image122.png"/><Relationship Id="rId8" Type="http://schemas.openxmlformats.org/officeDocument/2006/relationships/image" Target="../media/image87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0.png"/><Relationship Id="rId10" Type="http://schemas.openxmlformats.org/officeDocument/2006/relationships/image" Target="../media/image137.png"/><Relationship Id="rId13" Type="http://schemas.openxmlformats.org/officeDocument/2006/relationships/image" Target="../media/image112.png"/><Relationship Id="rId12" Type="http://schemas.openxmlformats.org/officeDocument/2006/relationships/image" Target="../media/image13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5.png"/><Relationship Id="rId4" Type="http://schemas.openxmlformats.org/officeDocument/2006/relationships/image" Target="../media/image23.png"/><Relationship Id="rId9" Type="http://schemas.openxmlformats.org/officeDocument/2006/relationships/image" Target="../media/image129.png"/><Relationship Id="rId15" Type="http://schemas.openxmlformats.org/officeDocument/2006/relationships/image" Target="../media/image35.gif"/><Relationship Id="rId14" Type="http://schemas.openxmlformats.org/officeDocument/2006/relationships/image" Target="../media/image70.png"/><Relationship Id="rId17" Type="http://schemas.openxmlformats.org/officeDocument/2006/relationships/image" Target="../media/image136.png"/><Relationship Id="rId16" Type="http://schemas.openxmlformats.org/officeDocument/2006/relationships/image" Target="../media/image54.png"/><Relationship Id="rId5" Type="http://schemas.openxmlformats.org/officeDocument/2006/relationships/image" Target="../media/image63.png"/><Relationship Id="rId6" Type="http://schemas.openxmlformats.org/officeDocument/2006/relationships/image" Target="../media/image132.png"/><Relationship Id="rId7" Type="http://schemas.openxmlformats.org/officeDocument/2006/relationships/image" Target="../media/image130.png"/><Relationship Id="rId8" Type="http://schemas.openxmlformats.org/officeDocument/2006/relationships/image" Target="../media/image116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2.png"/><Relationship Id="rId10" Type="http://schemas.openxmlformats.org/officeDocument/2006/relationships/image" Target="../media/image17.png"/><Relationship Id="rId13" Type="http://schemas.openxmlformats.org/officeDocument/2006/relationships/image" Target="../media/image35.gif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8.png"/><Relationship Id="rId4" Type="http://schemas.openxmlformats.org/officeDocument/2006/relationships/image" Target="../media/image23.png"/><Relationship Id="rId9" Type="http://schemas.openxmlformats.org/officeDocument/2006/relationships/image" Target="../media/image137.png"/><Relationship Id="rId15" Type="http://schemas.openxmlformats.org/officeDocument/2006/relationships/image" Target="../media/image140.png"/><Relationship Id="rId14" Type="http://schemas.openxmlformats.org/officeDocument/2006/relationships/image" Target="../media/image54.png"/><Relationship Id="rId17" Type="http://schemas.openxmlformats.org/officeDocument/2006/relationships/image" Target="../media/image143.png"/><Relationship Id="rId16" Type="http://schemas.openxmlformats.org/officeDocument/2006/relationships/image" Target="../media/image148.png"/><Relationship Id="rId5" Type="http://schemas.openxmlformats.org/officeDocument/2006/relationships/image" Target="../media/image63.png"/><Relationship Id="rId19" Type="http://schemas.openxmlformats.org/officeDocument/2006/relationships/image" Target="../media/image132.png"/><Relationship Id="rId6" Type="http://schemas.openxmlformats.org/officeDocument/2006/relationships/image" Target="../media/image67.png"/><Relationship Id="rId18" Type="http://schemas.openxmlformats.org/officeDocument/2006/relationships/image" Target="../media/image159.png"/><Relationship Id="rId7" Type="http://schemas.openxmlformats.org/officeDocument/2006/relationships/image" Target="../media/image40.png"/><Relationship Id="rId8" Type="http://schemas.openxmlformats.org/officeDocument/2006/relationships/image" Target="../media/image129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0.png"/><Relationship Id="rId10" Type="http://schemas.openxmlformats.org/officeDocument/2006/relationships/image" Target="../media/image23.png"/><Relationship Id="rId13" Type="http://schemas.openxmlformats.org/officeDocument/2006/relationships/image" Target="../media/image155.png"/><Relationship Id="rId12" Type="http://schemas.openxmlformats.org/officeDocument/2006/relationships/image" Target="../media/image14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9" Type="http://schemas.openxmlformats.org/officeDocument/2006/relationships/image" Target="../media/image151.png"/><Relationship Id="rId15" Type="http://schemas.openxmlformats.org/officeDocument/2006/relationships/image" Target="../media/image152.png"/><Relationship Id="rId14" Type="http://schemas.openxmlformats.org/officeDocument/2006/relationships/image" Target="../media/image142.png"/><Relationship Id="rId17" Type="http://schemas.openxmlformats.org/officeDocument/2006/relationships/image" Target="../media/image140.png"/><Relationship Id="rId16" Type="http://schemas.openxmlformats.org/officeDocument/2006/relationships/image" Target="../media/image157.png"/><Relationship Id="rId5" Type="http://schemas.openxmlformats.org/officeDocument/2006/relationships/image" Target="../media/image40.png"/><Relationship Id="rId19" Type="http://schemas.openxmlformats.org/officeDocument/2006/relationships/image" Target="../media/image132.png"/><Relationship Id="rId6" Type="http://schemas.openxmlformats.org/officeDocument/2006/relationships/image" Target="../media/image129.png"/><Relationship Id="rId18" Type="http://schemas.openxmlformats.org/officeDocument/2006/relationships/image" Target="../media/image148.png"/><Relationship Id="rId7" Type="http://schemas.openxmlformats.org/officeDocument/2006/relationships/image" Target="../media/image137.png"/><Relationship Id="rId8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2.png"/><Relationship Id="rId11" Type="http://schemas.openxmlformats.org/officeDocument/2006/relationships/image" Target="../media/image150.png"/><Relationship Id="rId10" Type="http://schemas.openxmlformats.org/officeDocument/2006/relationships/image" Target="../media/image23.png"/><Relationship Id="rId13" Type="http://schemas.openxmlformats.org/officeDocument/2006/relationships/image" Target="../media/image155.png"/><Relationship Id="rId12" Type="http://schemas.openxmlformats.org/officeDocument/2006/relationships/image" Target="../media/image14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9" Type="http://schemas.openxmlformats.org/officeDocument/2006/relationships/image" Target="../media/image156.png"/><Relationship Id="rId15" Type="http://schemas.openxmlformats.org/officeDocument/2006/relationships/image" Target="../media/image152.png"/><Relationship Id="rId14" Type="http://schemas.openxmlformats.org/officeDocument/2006/relationships/image" Target="../media/image142.png"/><Relationship Id="rId17" Type="http://schemas.openxmlformats.org/officeDocument/2006/relationships/image" Target="../media/image148.png"/><Relationship Id="rId16" Type="http://schemas.openxmlformats.org/officeDocument/2006/relationships/image" Target="../media/image157.png"/><Relationship Id="rId5" Type="http://schemas.openxmlformats.org/officeDocument/2006/relationships/image" Target="../media/image40.png"/><Relationship Id="rId19" Type="http://schemas.openxmlformats.org/officeDocument/2006/relationships/image" Target="../media/image165.png"/><Relationship Id="rId6" Type="http://schemas.openxmlformats.org/officeDocument/2006/relationships/image" Target="../media/image129.png"/><Relationship Id="rId18" Type="http://schemas.openxmlformats.org/officeDocument/2006/relationships/image" Target="../media/image140.png"/><Relationship Id="rId7" Type="http://schemas.openxmlformats.org/officeDocument/2006/relationships/image" Target="../media/image137.png"/><Relationship Id="rId8" Type="http://schemas.openxmlformats.org/officeDocument/2006/relationships/image" Target="../media/image70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0.png"/><Relationship Id="rId10" Type="http://schemas.openxmlformats.org/officeDocument/2006/relationships/image" Target="../media/image23.png"/><Relationship Id="rId13" Type="http://schemas.openxmlformats.org/officeDocument/2006/relationships/image" Target="../media/image155.png"/><Relationship Id="rId12" Type="http://schemas.openxmlformats.org/officeDocument/2006/relationships/image" Target="../media/image14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9" Type="http://schemas.openxmlformats.org/officeDocument/2006/relationships/image" Target="../media/image170.png"/><Relationship Id="rId15" Type="http://schemas.openxmlformats.org/officeDocument/2006/relationships/image" Target="../media/image152.png"/><Relationship Id="rId14" Type="http://schemas.openxmlformats.org/officeDocument/2006/relationships/image" Target="../media/image142.png"/><Relationship Id="rId17" Type="http://schemas.openxmlformats.org/officeDocument/2006/relationships/image" Target="../media/image148.png"/><Relationship Id="rId16" Type="http://schemas.openxmlformats.org/officeDocument/2006/relationships/image" Target="../media/image157.png"/><Relationship Id="rId5" Type="http://schemas.openxmlformats.org/officeDocument/2006/relationships/image" Target="../media/image40.png"/><Relationship Id="rId19" Type="http://schemas.openxmlformats.org/officeDocument/2006/relationships/image" Target="../media/image132.png"/><Relationship Id="rId6" Type="http://schemas.openxmlformats.org/officeDocument/2006/relationships/image" Target="../media/image129.png"/><Relationship Id="rId18" Type="http://schemas.openxmlformats.org/officeDocument/2006/relationships/image" Target="../media/image165.png"/><Relationship Id="rId7" Type="http://schemas.openxmlformats.org/officeDocument/2006/relationships/image" Target="../media/image137.png"/><Relationship Id="rId8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5.png"/><Relationship Id="rId4" Type="http://schemas.openxmlformats.org/officeDocument/2006/relationships/image" Target="../media/image174.png"/><Relationship Id="rId5" Type="http://schemas.openxmlformats.org/officeDocument/2006/relationships/image" Target="../media/image35.gif"/><Relationship Id="rId6" Type="http://schemas.openxmlformats.org/officeDocument/2006/relationships/image" Target="../media/image54.png"/><Relationship Id="rId7" Type="http://schemas.openxmlformats.org/officeDocument/2006/relationships/image" Target="../media/image167.png"/><Relationship Id="rId8" Type="http://schemas.openxmlformats.org/officeDocument/2006/relationships/image" Target="../media/image16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9.png"/></Relationships>
</file>

<file path=ppt/slides/_rels/slide3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2.png"/><Relationship Id="rId11" Type="http://schemas.openxmlformats.org/officeDocument/2006/relationships/image" Target="../media/image193.png"/><Relationship Id="rId22" Type="http://schemas.openxmlformats.org/officeDocument/2006/relationships/image" Target="../media/image186.png"/><Relationship Id="rId10" Type="http://schemas.openxmlformats.org/officeDocument/2006/relationships/image" Target="../media/image177.png"/><Relationship Id="rId21" Type="http://schemas.openxmlformats.org/officeDocument/2006/relationships/image" Target="../media/image184.png"/><Relationship Id="rId13" Type="http://schemas.openxmlformats.org/officeDocument/2006/relationships/image" Target="../media/image179.png"/><Relationship Id="rId12" Type="http://schemas.openxmlformats.org/officeDocument/2006/relationships/image" Target="../media/image19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3.png"/><Relationship Id="rId4" Type="http://schemas.openxmlformats.org/officeDocument/2006/relationships/image" Target="../media/image171.png"/><Relationship Id="rId9" Type="http://schemas.openxmlformats.org/officeDocument/2006/relationships/image" Target="../media/image183.png"/><Relationship Id="rId15" Type="http://schemas.openxmlformats.org/officeDocument/2006/relationships/image" Target="../media/image176.png"/><Relationship Id="rId14" Type="http://schemas.openxmlformats.org/officeDocument/2006/relationships/image" Target="../media/image180.png"/><Relationship Id="rId17" Type="http://schemas.openxmlformats.org/officeDocument/2006/relationships/image" Target="../media/image197.png"/><Relationship Id="rId16" Type="http://schemas.openxmlformats.org/officeDocument/2006/relationships/image" Target="../media/image189.png"/><Relationship Id="rId5" Type="http://schemas.openxmlformats.org/officeDocument/2006/relationships/image" Target="../media/image172.png"/><Relationship Id="rId19" Type="http://schemas.openxmlformats.org/officeDocument/2006/relationships/image" Target="../media/image188.png"/><Relationship Id="rId6" Type="http://schemas.openxmlformats.org/officeDocument/2006/relationships/image" Target="../media/image166.png"/><Relationship Id="rId18" Type="http://schemas.openxmlformats.org/officeDocument/2006/relationships/image" Target="../media/image181.png"/><Relationship Id="rId7" Type="http://schemas.openxmlformats.org/officeDocument/2006/relationships/image" Target="../media/image168.png"/><Relationship Id="rId8" Type="http://schemas.openxmlformats.org/officeDocument/2006/relationships/image" Target="../media/image17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4.png"/><Relationship Id="rId4" Type="http://schemas.openxmlformats.org/officeDocument/2006/relationships/image" Target="../media/image187.png"/></Relationships>
</file>

<file path=ppt/slides/_rels/slide3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9.png"/><Relationship Id="rId22" Type="http://schemas.openxmlformats.org/officeDocument/2006/relationships/image" Target="../media/image254.png"/><Relationship Id="rId21" Type="http://schemas.openxmlformats.org/officeDocument/2006/relationships/image" Target="../media/image208.png"/><Relationship Id="rId24" Type="http://schemas.openxmlformats.org/officeDocument/2006/relationships/image" Target="../media/image205.png"/><Relationship Id="rId23" Type="http://schemas.openxmlformats.org/officeDocument/2006/relationships/image" Target="../media/image21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5.png"/><Relationship Id="rId4" Type="http://schemas.openxmlformats.org/officeDocument/2006/relationships/image" Target="../media/image201.png"/><Relationship Id="rId9" Type="http://schemas.openxmlformats.org/officeDocument/2006/relationships/image" Target="../media/image196.png"/><Relationship Id="rId26" Type="http://schemas.openxmlformats.org/officeDocument/2006/relationships/image" Target="../media/image216.png"/><Relationship Id="rId25" Type="http://schemas.openxmlformats.org/officeDocument/2006/relationships/image" Target="../media/image238.png"/><Relationship Id="rId28" Type="http://schemas.openxmlformats.org/officeDocument/2006/relationships/image" Target="../media/image214.png"/><Relationship Id="rId27" Type="http://schemas.openxmlformats.org/officeDocument/2006/relationships/image" Target="../media/image212.png"/><Relationship Id="rId5" Type="http://schemas.openxmlformats.org/officeDocument/2006/relationships/image" Target="../media/image190.png"/><Relationship Id="rId6" Type="http://schemas.openxmlformats.org/officeDocument/2006/relationships/image" Target="../media/image202.png"/><Relationship Id="rId7" Type="http://schemas.openxmlformats.org/officeDocument/2006/relationships/image" Target="../media/image198.png"/><Relationship Id="rId8" Type="http://schemas.openxmlformats.org/officeDocument/2006/relationships/image" Target="../media/image191.png"/><Relationship Id="rId11" Type="http://schemas.openxmlformats.org/officeDocument/2006/relationships/image" Target="../media/image200.png"/><Relationship Id="rId10" Type="http://schemas.openxmlformats.org/officeDocument/2006/relationships/image" Target="../media/image199.png"/><Relationship Id="rId13" Type="http://schemas.openxmlformats.org/officeDocument/2006/relationships/image" Target="../media/image250.png"/><Relationship Id="rId12" Type="http://schemas.openxmlformats.org/officeDocument/2006/relationships/image" Target="../media/image206.png"/><Relationship Id="rId15" Type="http://schemas.openxmlformats.org/officeDocument/2006/relationships/image" Target="../media/image211.png"/><Relationship Id="rId14" Type="http://schemas.openxmlformats.org/officeDocument/2006/relationships/image" Target="../media/image195.png"/><Relationship Id="rId17" Type="http://schemas.openxmlformats.org/officeDocument/2006/relationships/image" Target="../media/image219.png"/><Relationship Id="rId16" Type="http://schemas.openxmlformats.org/officeDocument/2006/relationships/image" Target="../media/image215.png"/><Relationship Id="rId19" Type="http://schemas.openxmlformats.org/officeDocument/2006/relationships/image" Target="../media/image203.png"/><Relationship Id="rId18" Type="http://schemas.openxmlformats.org/officeDocument/2006/relationships/image" Target="../media/image204.png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2.png"/><Relationship Id="rId21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image" Target="../media/image221.png"/><Relationship Id="rId5" Type="http://schemas.openxmlformats.org/officeDocument/2006/relationships/image" Target="../media/image220.png"/><Relationship Id="rId6" Type="http://schemas.openxmlformats.org/officeDocument/2006/relationships/image" Target="../media/image217.png"/><Relationship Id="rId7" Type="http://schemas.openxmlformats.org/officeDocument/2006/relationships/image" Target="../media/image247.png"/><Relationship Id="rId8" Type="http://schemas.openxmlformats.org/officeDocument/2006/relationships/image" Target="../media/image227.png"/><Relationship Id="rId11" Type="http://schemas.openxmlformats.org/officeDocument/2006/relationships/image" Target="../media/image213.png"/><Relationship Id="rId10" Type="http://schemas.openxmlformats.org/officeDocument/2006/relationships/image" Target="../media/image224.png"/><Relationship Id="rId13" Type="http://schemas.openxmlformats.org/officeDocument/2006/relationships/image" Target="../media/image240.png"/><Relationship Id="rId12" Type="http://schemas.openxmlformats.org/officeDocument/2006/relationships/image" Target="../media/image228.png"/><Relationship Id="rId15" Type="http://schemas.openxmlformats.org/officeDocument/2006/relationships/image" Target="../media/image257.png"/><Relationship Id="rId14" Type="http://schemas.openxmlformats.org/officeDocument/2006/relationships/image" Target="../media/image225.png"/><Relationship Id="rId17" Type="http://schemas.openxmlformats.org/officeDocument/2006/relationships/image" Target="../media/image234.png"/><Relationship Id="rId16" Type="http://schemas.openxmlformats.org/officeDocument/2006/relationships/image" Target="../media/image222.png"/><Relationship Id="rId19" Type="http://schemas.openxmlformats.org/officeDocument/2006/relationships/image" Target="../media/image233.png"/><Relationship Id="rId18" Type="http://schemas.openxmlformats.org/officeDocument/2006/relationships/image" Target="../media/image2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3.png"/><Relationship Id="rId5" Type="http://schemas.openxmlformats.org/officeDocument/2006/relationships/image" Target="../media/image257.png"/><Relationship Id="rId6" Type="http://schemas.openxmlformats.org/officeDocument/2006/relationships/image" Target="../media/image222.png"/><Relationship Id="rId7" Type="http://schemas.openxmlformats.org/officeDocument/2006/relationships/image" Target="../media/image234.png"/><Relationship Id="rId8" Type="http://schemas.openxmlformats.org/officeDocument/2006/relationships/image" Target="../media/image229.png"/><Relationship Id="rId11" Type="http://schemas.openxmlformats.org/officeDocument/2006/relationships/image" Target="../media/image264.png"/><Relationship Id="rId10" Type="http://schemas.openxmlformats.org/officeDocument/2006/relationships/image" Target="../media/image232.png"/><Relationship Id="rId12" Type="http://schemas.openxmlformats.org/officeDocument/2006/relationships/image" Target="../media/image2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3.png"/><Relationship Id="rId5" Type="http://schemas.openxmlformats.org/officeDocument/2006/relationships/image" Target="../media/image257.png"/><Relationship Id="rId6" Type="http://schemas.openxmlformats.org/officeDocument/2006/relationships/image" Target="../media/image222.png"/><Relationship Id="rId7" Type="http://schemas.openxmlformats.org/officeDocument/2006/relationships/image" Target="../media/image234.png"/><Relationship Id="rId8" Type="http://schemas.openxmlformats.org/officeDocument/2006/relationships/image" Target="../media/image229.png"/><Relationship Id="rId11" Type="http://schemas.openxmlformats.org/officeDocument/2006/relationships/image" Target="../media/image249.png"/><Relationship Id="rId10" Type="http://schemas.openxmlformats.org/officeDocument/2006/relationships/image" Target="../media/image232.png"/><Relationship Id="rId12" Type="http://schemas.openxmlformats.org/officeDocument/2006/relationships/image" Target="../media/image2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3.png"/><Relationship Id="rId5" Type="http://schemas.openxmlformats.org/officeDocument/2006/relationships/image" Target="../media/image257.png"/><Relationship Id="rId6" Type="http://schemas.openxmlformats.org/officeDocument/2006/relationships/image" Target="../media/image222.png"/><Relationship Id="rId7" Type="http://schemas.openxmlformats.org/officeDocument/2006/relationships/image" Target="../media/image234.png"/><Relationship Id="rId8" Type="http://schemas.openxmlformats.org/officeDocument/2006/relationships/image" Target="../media/image229.png"/><Relationship Id="rId11" Type="http://schemas.openxmlformats.org/officeDocument/2006/relationships/image" Target="../media/image255.png"/><Relationship Id="rId10" Type="http://schemas.openxmlformats.org/officeDocument/2006/relationships/image" Target="../media/image232.png"/><Relationship Id="rId12" Type="http://schemas.openxmlformats.org/officeDocument/2006/relationships/image" Target="../media/image2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3.png"/><Relationship Id="rId5" Type="http://schemas.openxmlformats.org/officeDocument/2006/relationships/image" Target="../media/image257.png"/><Relationship Id="rId6" Type="http://schemas.openxmlformats.org/officeDocument/2006/relationships/image" Target="../media/image222.png"/><Relationship Id="rId7" Type="http://schemas.openxmlformats.org/officeDocument/2006/relationships/image" Target="../media/image234.png"/><Relationship Id="rId8" Type="http://schemas.openxmlformats.org/officeDocument/2006/relationships/image" Target="../media/image229.png"/><Relationship Id="rId11" Type="http://schemas.openxmlformats.org/officeDocument/2006/relationships/image" Target="../media/image248.png"/><Relationship Id="rId10" Type="http://schemas.openxmlformats.org/officeDocument/2006/relationships/image" Target="../media/image232.png"/><Relationship Id="rId12" Type="http://schemas.openxmlformats.org/officeDocument/2006/relationships/image" Target="../media/image2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5.png"/><Relationship Id="rId5" Type="http://schemas.openxmlformats.org/officeDocument/2006/relationships/image" Target="../media/image224.png"/><Relationship Id="rId6" Type="http://schemas.openxmlformats.org/officeDocument/2006/relationships/image" Target="../media/image213.png"/><Relationship Id="rId7" Type="http://schemas.openxmlformats.org/officeDocument/2006/relationships/image" Target="../media/image228.png"/><Relationship Id="rId8" Type="http://schemas.openxmlformats.org/officeDocument/2006/relationships/image" Target="../media/image240.png"/><Relationship Id="rId11" Type="http://schemas.openxmlformats.org/officeDocument/2006/relationships/image" Target="../media/image222.png"/><Relationship Id="rId10" Type="http://schemas.openxmlformats.org/officeDocument/2006/relationships/image" Target="../media/image257.png"/><Relationship Id="rId13" Type="http://schemas.openxmlformats.org/officeDocument/2006/relationships/image" Target="../media/image229.png"/><Relationship Id="rId12" Type="http://schemas.openxmlformats.org/officeDocument/2006/relationships/image" Target="../media/image234.png"/><Relationship Id="rId15" Type="http://schemas.openxmlformats.org/officeDocument/2006/relationships/image" Target="../media/image232.png"/><Relationship Id="rId14" Type="http://schemas.openxmlformats.org/officeDocument/2006/relationships/image" Target="../media/image233.png"/><Relationship Id="rId17" Type="http://schemas.openxmlformats.org/officeDocument/2006/relationships/image" Target="../media/image230.png"/><Relationship Id="rId16" Type="http://schemas.openxmlformats.org/officeDocument/2006/relationships/image" Target="../media/image25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5.png"/><Relationship Id="rId5" Type="http://schemas.openxmlformats.org/officeDocument/2006/relationships/image" Target="../media/image224.png"/><Relationship Id="rId6" Type="http://schemas.openxmlformats.org/officeDocument/2006/relationships/image" Target="../media/image213.png"/><Relationship Id="rId7" Type="http://schemas.openxmlformats.org/officeDocument/2006/relationships/image" Target="../media/image228.png"/><Relationship Id="rId8" Type="http://schemas.openxmlformats.org/officeDocument/2006/relationships/image" Target="../media/image240.png"/><Relationship Id="rId11" Type="http://schemas.openxmlformats.org/officeDocument/2006/relationships/image" Target="../media/image222.png"/><Relationship Id="rId10" Type="http://schemas.openxmlformats.org/officeDocument/2006/relationships/image" Target="../media/image257.png"/><Relationship Id="rId13" Type="http://schemas.openxmlformats.org/officeDocument/2006/relationships/image" Target="../media/image229.png"/><Relationship Id="rId12" Type="http://schemas.openxmlformats.org/officeDocument/2006/relationships/image" Target="../media/image234.png"/><Relationship Id="rId15" Type="http://schemas.openxmlformats.org/officeDocument/2006/relationships/image" Target="../media/image232.png"/><Relationship Id="rId14" Type="http://schemas.openxmlformats.org/officeDocument/2006/relationships/image" Target="../media/image233.png"/><Relationship Id="rId17" Type="http://schemas.openxmlformats.org/officeDocument/2006/relationships/image" Target="../media/image230.png"/><Relationship Id="rId16" Type="http://schemas.openxmlformats.org/officeDocument/2006/relationships/image" Target="../media/image2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5.png"/><Relationship Id="rId5" Type="http://schemas.openxmlformats.org/officeDocument/2006/relationships/image" Target="../media/image224.png"/><Relationship Id="rId6" Type="http://schemas.openxmlformats.org/officeDocument/2006/relationships/image" Target="../media/image213.png"/><Relationship Id="rId7" Type="http://schemas.openxmlformats.org/officeDocument/2006/relationships/image" Target="../media/image228.png"/><Relationship Id="rId8" Type="http://schemas.openxmlformats.org/officeDocument/2006/relationships/image" Target="../media/image240.png"/><Relationship Id="rId11" Type="http://schemas.openxmlformats.org/officeDocument/2006/relationships/image" Target="../media/image222.png"/><Relationship Id="rId10" Type="http://schemas.openxmlformats.org/officeDocument/2006/relationships/image" Target="../media/image257.png"/><Relationship Id="rId13" Type="http://schemas.openxmlformats.org/officeDocument/2006/relationships/image" Target="../media/image229.png"/><Relationship Id="rId12" Type="http://schemas.openxmlformats.org/officeDocument/2006/relationships/image" Target="../media/image234.png"/><Relationship Id="rId15" Type="http://schemas.openxmlformats.org/officeDocument/2006/relationships/image" Target="../media/image232.png"/><Relationship Id="rId14" Type="http://schemas.openxmlformats.org/officeDocument/2006/relationships/image" Target="../media/image233.png"/><Relationship Id="rId17" Type="http://schemas.openxmlformats.org/officeDocument/2006/relationships/image" Target="../media/image230.png"/><Relationship Id="rId16" Type="http://schemas.openxmlformats.org/officeDocument/2006/relationships/image" Target="../media/image27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5.png"/><Relationship Id="rId5" Type="http://schemas.openxmlformats.org/officeDocument/2006/relationships/image" Target="../media/image224.png"/><Relationship Id="rId6" Type="http://schemas.openxmlformats.org/officeDocument/2006/relationships/image" Target="../media/image213.png"/><Relationship Id="rId7" Type="http://schemas.openxmlformats.org/officeDocument/2006/relationships/image" Target="../media/image228.png"/><Relationship Id="rId8" Type="http://schemas.openxmlformats.org/officeDocument/2006/relationships/image" Target="../media/image240.png"/><Relationship Id="rId11" Type="http://schemas.openxmlformats.org/officeDocument/2006/relationships/image" Target="../media/image222.png"/><Relationship Id="rId10" Type="http://schemas.openxmlformats.org/officeDocument/2006/relationships/image" Target="../media/image257.png"/><Relationship Id="rId13" Type="http://schemas.openxmlformats.org/officeDocument/2006/relationships/image" Target="../media/image229.png"/><Relationship Id="rId12" Type="http://schemas.openxmlformats.org/officeDocument/2006/relationships/image" Target="../media/image234.png"/><Relationship Id="rId15" Type="http://schemas.openxmlformats.org/officeDocument/2006/relationships/image" Target="../media/image232.png"/><Relationship Id="rId14" Type="http://schemas.openxmlformats.org/officeDocument/2006/relationships/image" Target="../media/image233.png"/><Relationship Id="rId17" Type="http://schemas.openxmlformats.org/officeDocument/2006/relationships/image" Target="../media/image230.png"/><Relationship Id="rId16" Type="http://schemas.openxmlformats.org/officeDocument/2006/relationships/image" Target="../media/image261.png"/></Relationships>
</file>

<file path=ppt/slides/_rels/slide4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2.png"/><Relationship Id="rId22" Type="http://schemas.openxmlformats.org/officeDocument/2006/relationships/image" Target="../media/image230.png"/><Relationship Id="rId21" Type="http://schemas.openxmlformats.org/officeDocument/2006/relationships/image" Target="../media/image26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image" Target="../media/image221.png"/><Relationship Id="rId5" Type="http://schemas.openxmlformats.org/officeDocument/2006/relationships/image" Target="../media/image220.png"/><Relationship Id="rId6" Type="http://schemas.openxmlformats.org/officeDocument/2006/relationships/image" Target="../media/image217.png"/><Relationship Id="rId7" Type="http://schemas.openxmlformats.org/officeDocument/2006/relationships/image" Target="../media/image247.png"/><Relationship Id="rId8" Type="http://schemas.openxmlformats.org/officeDocument/2006/relationships/image" Target="../media/image227.png"/><Relationship Id="rId11" Type="http://schemas.openxmlformats.org/officeDocument/2006/relationships/image" Target="../media/image213.png"/><Relationship Id="rId10" Type="http://schemas.openxmlformats.org/officeDocument/2006/relationships/image" Target="../media/image224.png"/><Relationship Id="rId13" Type="http://schemas.openxmlformats.org/officeDocument/2006/relationships/image" Target="../media/image240.png"/><Relationship Id="rId12" Type="http://schemas.openxmlformats.org/officeDocument/2006/relationships/image" Target="../media/image228.png"/><Relationship Id="rId15" Type="http://schemas.openxmlformats.org/officeDocument/2006/relationships/image" Target="../media/image257.png"/><Relationship Id="rId14" Type="http://schemas.openxmlformats.org/officeDocument/2006/relationships/image" Target="../media/image225.png"/><Relationship Id="rId17" Type="http://schemas.openxmlformats.org/officeDocument/2006/relationships/image" Target="../media/image234.png"/><Relationship Id="rId16" Type="http://schemas.openxmlformats.org/officeDocument/2006/relationships/image" Target="../media/image222.png"/><Relationship Id="rId19" Type="http://schemas.openxmlformats.org/officeDocument/2006/relationships/image" Target="../media/image233.png"/><Relationship Id="rId18" Type="http://schemas.openxmlformats.org/officeDocument/2006/relationships/image" Target="../media/image229.png"/></Relationships>
</file>

<file path=ppt/slides/_rels/slide4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2.png"/><Relationship Id="rId22" Type="http://schemas.openxmlformats.org/officeDocument/2006/relationships/image" Target="../media/image230.png"/><Relationship Id="rId21" Type="http://schemas.openxmlformats.org/officeDocument/2006/relationships/image" Target="../media/image26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image" Target="../media/image221.png"/><Relationship Id="rId5" Type="http://schemas.openxmlformats.org/officeDocument/2006/relationships/image" Target="../media/image220.png"/><Relationship Id="rId6" Type="http://schemas.openxmlformats.org/officeDocument/2006/relationships/image" Target="../media/image217.png"/><Relationship Id="rId7" Type="http://schemas.openxmlformats.org/officeDocument/2006/relationships/image" Target="../media/image247.png"/><Relationship Id="rId8" Type="http://schemas.openxmlformats.org/officeDocument/2006/relationships/image" Target="../media/image227.png"/><Relationship Id="rId11" Type="http://schemas.openxmlformats.org/officeDocument/2006/relationships/image" Target="../media/image213.png"/><Relationship Id="rId10" Type="http://schemas.openxmlformats.org/officeDocument/2006/relationships/image" Target="../media/image224.png"/><Relationship Id="rId13" Type="http://schemas.openxmlformats.org/officeDocument/2006/relationships/image" Target="../media/image240.png"/><Relationship Id="rId12" Type="http://schemas.openxmlformats.org/officeDocument/2006/relationships/image" Target="../media/image228.png"/><Relationship Id="rId15" Type="http://schemas.openxmlformats.org/officeDocument/2006/relationships/image" Target="../media/image257.png"/><Relationship Id="rId14" Type="http://schemas.openxmlformats.org/officeDocument/2006/relationships/image" Target="../media/image225.png"/><Relationship Id="rId17" Type="http://schemas.openxmlformats.org/officeDocument/2006/relationships/image" Target="../media/image234.png"/><Relationship Id="rId16" Type="http://schemas.openxmlformats.org/officeDocument/2006/relationships/image" Target="../media/image222.png"/><Relationship Id="rId19" Type="http://schemas.openxmlformats.org/officeDocument/2006/relationships/image" Target="../media/image233.png"/><Relationship Id="rId18" Type="http://schemas.openxmlformats.org/officeDocument/2006/relationships/image" Target="../media/image229.png"/></Relationships>
</file>

<file path=ppt/slides/_rels/slide4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2.png"/><Relationship Id="rId22" Type="http://schemas.openxmlformats.org/officeDocument/2006/relationships/image" Target="../media/image230.png"/><Relationship Id="rId21" Type="http://schemas.openxmlformats.org/officeDocument/2006/relationships/image" Target="../media/image26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image" Target="../media/image221.png"/><Relationship Id="rId5" Type="http://schemas.openxmlformats.org/officeDocument/2006/relationships/image" Target="../media/image220.png"/><Relationship Id="rId6" Type="http://schemas.openxmlformats.org/officeDocument/2006/relationships/image" Target="../media/image217.png"/><Relationship Id="rId7" Type="http://schemas.openxmlformats.org/officeDocument/2006/relationships/image" Target="../media/image247.png"/><Relationship Id="rId8" Type="http://schemas.openxmlformats.org/officeDocument/2006/relationships/image" Target="../media/image227.png"/><Relationship Id="rId11" Type="http://schemas.openxmlformats.org/officeDocument/2006/relationships/image" Target="../media/image213.png"/><Relationship Id="rId10" Type="http://schemas.openxmlformats.org/officeDocument/2006/relationships/image" Target="../media/image224.png"/><Relationship Id="rId13" Type="http://schemas.openxmlformats.org/officeDocument/2006/relationships/image" Target="../media/image240.png"/><Relationship Id="rId12" Type="http://schemas.openxmlformats.org/officeDocument/2006/relationships/image" Target="../media/image228.png"/><Relationship Id="rId15" Type="http://schemas.openxmlformats.org/officeDocument/2006/relationships/image" Target="../media/image257.png"/><Relationship Id="rId14" Type="http://schemas.openxmlformats.org/officeDocument/2006/relationships/image" Target="../media/image225.png"/><Relationship Id="rId17" Type="http://schemas.openxmlformats.org/officeDocument/2006/relationships/image" Target="../media/image234.png"/><Relationship Id="rId16" Type="http://schemas.openxmlformats.org/officeDocument/2006/relationships/image" Target="../media/image222.png"/><Relationship Id="rId19" Type="http://schemas.openxmlformats.org/officeDocument/2006/relationships/image" Target="../media/image233.png"/><Relationship Id="rId18" Type="http://schemas.openxmlformats.org/officeDocument/2006/relationships/image" Target="../media/image229.png"/></Relationships>
</file>

<file path=ppt/slides/_rels/slide49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2.png"/><Relationship Id="rId22" Type="http://schemas.openxmlformats.org/officeDocument/2006/relationships/image" Target="../media/image230.png"/><Relationship Id="rId21" Type="http://schemas.openxmlformats.org/officeDocument/2006/relationships/image" Target="../media/image26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image" Target="../media/image221.png"/><Relationship Id="rId5" Type="http://schemas.openxmlformats.org/officeDocument/2006/relationships/image" Target="../media/image220.png"/><Relationship Id="rId6" Type="http://schemas.openxmlformats.org/officeDocument/2006/relationships/image" Target="../media/image217.png"/><Relationship Id="rId7" Type="http://schemas.openxmlformats.org/officeDocument/2006/relationships/image" Target="../media/image247.png"/><Relationship Id="rId8" Type="http://schemas.openxmlformats.org/officeDocument/2006/relationships/image" Target="../media/image227.png"/><Relationship Id="rId11" Type="http://schemas.openxmlformats.org/officeDocument/2006/relationships/image" Target="../media/image213.png"/><Relationship Id="rId10" Type="http://schemas.openxmlformats.org/officeDocument/2006/relationships/image" Target="../media/image224.png"/><Relationship Id="rId13" Type="http://schemas.openxmlformats.org/officeDocument/2006/relationships/image" Target="../media/image240.png"/><Relationship Id="rId12" Type="http://schemas.openxmlformats.org/officeDocument/2006/relationships/image" Target="../media/image228.png"/><Relationship Id="rId15" Type="http://schemas.openxmlformats.org/officeDocument/2006/relationships/image" Target="../media/image257.png"/><Relationship Id="rId14" Type="http://schemas.openxmlformats.org/officeDocument/2006/relationships/image" Target="../media/image225.png"/><Relationship Id="rId17" Type="http://schemas.openxmlformats.org/officeDocument/2006/relationships/image" Target="../media/image234.png"/><Relationship Id="rId16" Type="http://schemas.openxmlformats.org/officeDocument/2006/relationships/image" Target="../media/image222.png"/><Relationship Id="rId19" Type="http://schemas.openxmlformats.org/officeDocument/2006/relationships/image" Target="../media/image233.png"/><Relationship Id="rId18" Type="http://schemas.openxmlformats.org/officeDocument/2006/relationships/image" Target="../media/image2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5.png"/><Relationship Id="rId4" Type="http://schemas.openxmlformats.org/officeDocument/2006/relationships/image" Target="../media/image271.png"/><Relationship Id="rId5" Type="http://schemas.openxmlformats.org/officeDocument/2006/relationships/image" Target="../media/image270.png"/><Relationship Id="rId6" Type="http://schemas.openxmlformats.org/officeDocument/2006/relationships/image" Target="../media/image278.png"/><Relationship Id="rId7" Type="http://schemas.openxmlformats.org/officeDocument/2006/relationships/image" Target="../media/image27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1.png"/><Relationship Id="rId4" Type="http://schemas.openxmlformats.org/officeDocument/2006/relationships/image" Target="../media/image272.png"/><Relationship Id="rId9" Type="http://schemas.openxmlformats.org/officeDocument/2006/relationships/image" Target="../media/image293.png"/><Relationship Id="rId5" Type="http://schemas.openxmlformats.org/officeDocument/2006/relationships/image" Target="../media/image286.png"/><Relationship Id="rId6" Type="http://schemas.openxmlformats.org/officeDocument/2006/relationships/image" Target="../media/image269.png"/><Relationship Id="rId7" Type="http://schemas.openxmlformats.org/officeDocument/2006/relationships/image" Target="../media/image274.png"/><Relationship Id="rId8" Type="http://schemas.openxmlformats.org/officeDocument/2006/relationships/image" Target="../media/image27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83.png"/><Relationship Id="rId4" Type="http://schemas.openxmlformats.org/officeDocument/2006/relationships/image" Target="../media/image28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8.png"/><Relationship Id="rId4" Type="http://schemas.openxmlformats.org/officeDocument/2006/relationships/image" Target="../media/image282.png"/><Relationship Id="rId9" Type="http://schemas.openxmlformats.org/officeDocument/2006/relationships/image" Target="../media/image290.png"/><Relationship Id="rId5" Type="http://schemas.openxmlformats.org/officeDocument/2006/relationships/image" Target="../media/image284.png"/><Relationship Id="rId6" Type="http://schemas.openxmlformats.org/officeDocument/2006/relationships/image" Target="../media/image287.png"/><Relationship Id="rId7" Type="http://schemas.openxmlformats.org/officeDocument/2006/relationships/image" Target="../media/image285.png"/><Relationship Id="rId8" Type="http://schemas.openxmlformats.org/officeDocument/2006/relationships/image" Target="../media/image300.png"/></Relationships>
</file>

<file path=ppt/slides/_rels/slide5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1.png"/><Relationship Id="rId22" Type="http://schemas.openxmlformats.org/officeDocument/2006/relationships/image" Target="../media/image311.png"/><Relationship Id="rId21" Type="http://schemas.openxmlformats.org/officeDocument/2006/relationships/image" Target="../media/image306.png"/><Relationship Id="rId24" Type="http://schemas.openxmlformats.org/officeDocument/2006/relationships/image" Target="../media/image312.png"/><Relationship Id="rId23" Type="http://schemas.openxmlformats.org/officeDocument/2006/relationships/image" Target="../media/image3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89.png"/><Relationship Id="rId4" Type="http://schemas.openxmlformats.org/officeDocument/2006/relationships/image" Target="../media/image295.png"/><Relationship Id="rId9" Type="http://schemas.openxmlformats.org/officeDocument/2006/relationships/image" Target="../media/image313.png"/><Relationship Id="rId25" Type="http://schemas.openxmlformats.org/officeDocument/2006/relationships/image" Target="../media/image310.png"/><Relationship Id="rId5" Type="http://schemas.openxmlformats.org/officeDocument/2006/relationships/image" Target="../media/image291.png"/><Relationship Id="rId6" Type="http://schemas.openxmlformats.org/officeDocument/2006/relationships/image" Target="../media/image292.png"/><Relationship Id="rId7" Type="http://schemas.openxmlformats.org/officeDocument/2006/relationships/image" Target="../media/image308.png"/><Relationship Id="rId8" Type="http://schemas.openxmlformats.org/officeDocument/2006/relationships/image" Target="../media/image303.png"/><Relationship Id="rId11" Type="http://schemas.openxmlformats.org/officeDocument/2006/relationships/image" Target="../media/image294.png"/><Relationship Id="rId10" Type="http://schemas.openxmlformats.org/officeDocument/2006/relationships/image" Target="../media/image297.png"/><Relationship Id="rId13" Type="http://schemas.openxmlformats.org/officeDocument/2006/relationships/image" Target="../media/image304.png"/><Relationship Id="rId12" Type="http://schemas.openxmlformats.org/officeDocument/2006/relationships/image" Target="../media/image305.png"/><Relationship Id="rId15" Type="http://schemas.openxmlformats.org/officeDocument/2006/relationships/image" Target="../media/image307.png"/><Relationship Id="rId14" Type="http://schemas.openxmlformats.org/officeDocument/2006/relationships/image" Target="../media/image298.png"/><Relationship Id="rId17" Type="http://schemas.openxmlformats.org/officeDocument/2006/relationships/image" Target="../media/image309.png"/><Relationship Id="rId16" Type="http://schemas.openxmlformats.org/officeDocument/2006/relationships/image" Target="../media/image302.png"/><Relationship Id="rId19" Type="http://schemas.openxmlformats.org/officeDocument/2006/relationships/image" Target="../media/image296.png"/><Relationship Id="rId18" Type="http://schemas.openxmlformats.org/officeDocument/2006/relationships/image" Target="../media/image29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Kinematics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Utsha Kumar 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3404308" y="6115721"/>
            <a:ext cx="49902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https://www.youtube.com/watch?v=NRgNDlVtmz0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9172" y="2439054"/>
            <a:ext cx="6185218" cy="251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471" y="1695337"/>
            <a:ext cx="4889751" cy="43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 of Joint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Joint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Passive Joint</a:t>
            </a:r>
            <a:endParaRPr/>
          </a:p>
        </p:txBody>
      </p:sp>
      <p:sp>
        <p:nvSpPr>
          <p:cNvPr id="104" name="Google Shape;104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Revolute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Prismatic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3039532"/>
            <a:ext cx="3467292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3841" y="3749103"/>
            <a:ext cx="3758552" cy="227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Forward kinematics using trigonometry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Pythagoras' Theorem for right triangle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4">
            <a:alphaModFix/>
          </a:blip>
          <a:srcRect b="30808" l="51692" r="34376" t="40686"/>
          <a:stretch/>
        </p:blipFill>
        <p:spPr>
          <a:xfrm>
            <a:off x="5247117" y="1615154"/>
            <a:ext cx="3768695" cy="433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78526" l="53279" r="35612" t="9615"/>
          <a:stretch/>
        </p:blipFill>
        <p:spPr>
          <a:xfrm>
            <a:off x="1345223" y="1823376"/>
            <a:ext cx="3039850" cy="1825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Trigonometric Functions</a:t>
            </a:r>
            <a:endParaRPr/>
          </a:p>
        </p:txBody>
      </p:sp>
      <p:pic>
        <p:nvPicPr>
          <p:cNvPr descr="Trigonometry Functions (solutions, examples, videos)" id="125" name="Google Shape;12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155" y="2143125"/>
            <a:ext cx="10342487" cy="3671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Sine and Cosine Rules</a:t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0" t="-23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geometry formulae triangles"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9855" y="2251132"/>
            <a:ext cx="5391497" cy="246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0" t="-26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4 DOF Arm Calculation</a:t>
            </a:r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145" name="Google Shape;145;p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9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148" name="Google Shape;148;p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9"/>
          <p:cNvGrpSpPr/>
          <p:nvPr/>
        </p:nvGrpSpPr>
        <p:grpSpPr>
          <a:xfrm rot="-1510188">
            <a:off x="4522958" y="3403633"/>
            <a:ext cx="784883" cy="434220"/>
            <a:chOff x="6531536" y="2870500"/>
            <a:chExt cx="784883" cy="434220"/>
          </a:xfrm>
        </p:grpSpPr>
        <p:sp>
          <p:nvSpPr>
            <p:cNvPr id="152" name="Google Shape;152;p9"/>
            <p:cNvSpPr/>
            <p:nvPr/>
          </p:nvSpPr>
          <p:spPr>
            <a:xfrm rot="1495015">
              <a:off x="6512497" y="3044178"/>
              <a:ext cx="82296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 rot="3854512">
              <a:off x="7209652" y="31923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9"/>
            <p:cNvSpPr/>
            <p:nvPr/>
          </p:nvSpPr>
          <p:spPr>
            <a:xfrm rot="3854512">
              <a:off x="6554791" y="28858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9"/>
          <p:cNvSpPr txBox="1"/>
          <p:nvPr/>
        </p:nvSpPr>
        <p:spPr>
          <a:xfrm>
            <a:off x="5853869" y="1825625"/>
            <a:ext cx="617861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76" l="-1278" r="0" t="-12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716712" y="3278793"/>
            <a:ext cx="63991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58" l="0" r="-6662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5" l="0" r="-6448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5" l="0" r="-5641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9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160" name="Google Shape;160;p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9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009633" y="3917592"/>
            <a:ext cx="76976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58" l="0" r="-5549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616489" y="2245328"/>
            <a:ext cx="76976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5" l="0" r="-63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232710" y="3317977"/>
            <a:ext cx="594885" cy="472249"/>
          </a:xfrm>
          <a:prstGeom prst="arc">
            <a:avLst>
              <a:gd fmla="val 12026981" name="adj1"/>
              <a:gd fmla="val 2131606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457989" y="3020028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 rot="10800000">
            <a:off x="1779128" y="5309282"/>
            <a:ext cx="354892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170" name="Google Shape;170;p9"/>
          <p:cNvCxnSpPr/>
          <p:nvPr/>
        </p:nvCxnSpPr>
        <p:spPr>
          <a:xfrm rot="10800000">
            <a:off x="5513465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71" name="Google Shape;171;p9"/>
          <p:cNvSpPr/>
          <p:nvPr/>
        </p:nvSpPr>
        <p:spPr>
          <a:xfrm>
            <a:off x="5461289" y="4340828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969027" y="5309282"/>
            <a:ext cx="835100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537229" y="3622813"/>
            <a:ext cx="790821" cy="1622969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9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75" name="Google Shape;175;p9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77" name="Google Shape;177;p9"/>
          <p:cNvSpPr/>
          <p:nvPr/>
        </p:nvSpPr>
        <p:spPr>
          <a:xfrm>
            <a:off x="2515876" y="4784096"/>
            <a:ext cx="858312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 rot="10800000">
            <a:off x="1295366" y="507159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900141" y="4946403"/>
            <a:ext cx="769763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4585" l="0" r="-5549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526974" y="5262982"/>
            <a:ext cx="1016625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1310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with a Value</a:t>
            </a:r>
            <a:endParaRPr/>
          </a:p>
        </p:txBody>
      </p:sp>
      <p:grpSp>
        <p:nvGrpSpPr>
          <p:cNvPr id="187" name="Google Shape;187;p10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188" name="Google Shape;188;p10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0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191" name="Google Shape;191;p1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0"/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5" l="0" r="-6448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5" l="0" r="-5641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10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198" name="Google Shape;198;p1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0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009633" y="3917592"/>
            <a:ext cx="76976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58" l="0" r="-5549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616489" y="2245328"/>
            <a:ext cx="76976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5" l="0" r="-63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 rot="10800000">
            <a:off x="1779128" y="5309282"/>
            <a:ext cx="283704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206" name="Google Shape;206;p10"/>
          <p:cNvCxnSpPr/>
          <p:nvPr/>
        </p:nvCxnSpPr>
        <p:spPr>
          <a:xfrm rot="10800000">
            <a:off x="4591854" y="3687209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07" name="Google Shape;207;p10"/>
          <p:cNvSpPr/>
          <p:nvPr/>
        </p:nvSpPr>
        <p:spPr>
          <a:xfrm>
            <a:off x="4539678" y="4357686"/>
            <a:ext cx="38343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2969027" y="5309282"/>
            <a:ext cx="447558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0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10" name="Google Shape;210;p10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0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12" name="Google Shape;212;p10"/>
          <p:cNvSpPr/>
          <p:nvPr/>
        </p:nvSpPr>
        <p:spPr>
          <a:xfrm>
            <a:off x="2515876" y="4784096"/>
            <a:ext cx="858312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 rot="10800000">
            <a:off x="1295366" y="507159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00141" y="4946403"/>
            <a:ext cx="76976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585" l="0" r="-5549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526974" y="5262982"/>
            <a:ext cx="101662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10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 Calculation</a:t>
            </a:r>
            <a:endParaRPr/>
          </a:p>
        </p:txBody>
      </p:sp>
      <p:grpSp>
        <p:nvGrpSpPr>
          <p:cNvPr id="222" name="Google Shape;222;p11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223" name="Google Shape;223;p11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1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226" name="Google Shape;226;p1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1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499344" y="3039759"/>
            <a:ext cx="103746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11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232" name="Google Shape;232;p1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/>
          <p:nvPr/>
        </p:nvSpPr>
        <p:spPr>
          <a:xfrm>
            <a:off x="1594161" y="4392120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2192650" y="3981427"/>
            <a:ext cx="76976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5" l="0" r="-5549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 rot="1883024">
            <a:off x="1838578" y="4112335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 rot="-8468442">
            <a:off x="2743628" y="2762543"/>
            <a:ext cx="361851" cy="650364"/>
          </a:xfrm>
          <a:prstGeom prst="arc">
            <a:avLst>
              <a:gd fmla="val 13891194" name="adj1"/>
              <a:gd fmla="val 1756629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515582" y="3248612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998091" y="3070448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66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11"/>
          <p:cNvCxnSpPr/>
          <p:nvPr/>
        </p:nvCxnSpPr>
        <p:spPr>
          <a:xfrm rot="10800000">
            <a:off x="1815341" y="4500094"/>
            <a:ext cx="1116744" cy="2371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44" name="Google Shape;244;p11"/>
          <p:cNvSpPr/>
          <p:nvPr/>
        </p:nvSpPr>
        <p:spPr>
          <a:xfrm>
            <a:off x="2301015" y="4493644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5952791" y="1825625"/>
            <a:ext cx="5401009" cy="435133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786" r="-561" t="-6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 flipH="1">
            <a:off x="1829765" y="2851378"/>
            <a:ext cx="1088541" cy="1493401"/>
          </a:xfrm>
          <a:prstGeom prst="rtTriangl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11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248" name="Google Shape;248;p11"/>
            <p:cNvPicPr preferRelativeResize="0"/>
            <p:nvPr/>
          </p:nvPicPr>
          <p:blipFill rotWithShape="1">
            <a:blip r:embed="rId12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1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11"/>
          <p:cNvSpPr/>
          <p:nvPr/>
        </p:nvSpPr>
        <p:spPr>
          <a:xfrm>
            <a:off x="1281046" y="5387393"/>
            <a:ext cx="1016625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454378" y="3409091"/>
            <a:ext cx="1440651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2495810" y="3763201"/>
            <a:ext cx="447558" cy="30777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11"/>
          <p:cNvCxnSpPr/>
          <p:nvPr/>
        </p:nvCxnSpPr>
        <p:spPr>
          <a:xfrm flipH="1" rot="10800000">
            <a:off x="2857346" y="2817650"/>
            <a:ext cx="922" cy="151189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54" name="Google Shape;254;p11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2515582" y="3358683"/>
            <a:ext cx="470000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993053" y="3087453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55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grpSp>
        <p:nvGrpSpPr>
          <p:cNvPr id="262" name="Google Shape;262;p12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263" name="Google Shape;263;p12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2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266" name="Google Shape;266;p1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2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12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272" name="Google Shape;272;p1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2"/>
          <p:cNvSpPr/>
          <p:nvPr/>
        </p:nvSpPr>
        <p:spPr>
          <a:xfrm>
            <a:off x="2192650" y="3981427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 rot="1883024">
            <a:off x="1838578" y="4112335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 rot="-8468442">
            <a:off x="2743628" y="2762543"/>
            <a:ext cx="361851" cy="650364"/>
          </a:xfrm>
          <a:prstGeom prst="arc">
            <a:avLst>
              <a:gd fmla="val 13891194" name="adj1"/>
              <a:gd fmla="val 1756629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2"/>
          <p:cNvCxnSpPr/>
          <p:nvPr/>
        </p:nvCxnSpPr>
        <p:spPr>
          <a:xfrm rot="10800000">
            <a:off x="1815341" y="4500094"/>
            <a:ext cx="1116744" cy="2371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81" name="Google Shape;281;p12"/>
          <p:cNvSpPr/>
          <p:nvPr/>
        </p:nvSpPr>
        <p:spPr>
          <a:xfrm>
            <a:off x="2301015" y="4493644"/>
            <a:ext cx="447558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5952791" y="1825625"/>
            <a:ext cx="5401009" cy="435133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787" r="0" t="-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 flipH="1">
            <a:off x="1829765" y="2851378"/>
            <a:ext cx="1088541" cy="1493401"/>
          </a:xfrm>
          <a:prstGeom prst="rtTriangl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12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285" name="Google Shape;285;p12"/>
            <p:cNvPicPr preferRelativeResize="0"/>
            <p:nvPr/>
          </p:nvPicPr>
          <p:blipFill rotWithShape="1">
            <a:blip r:embed="rId11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12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12"/>
          <p:cNvSpPr/>
          <p:nvPr/>
        </p:nvSpPr>
        <p:spPr>
          <a:xfrm>
            <a:off x="10942622" y="5178304"/>
            <a:ext cx="1249378" cy="160043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2495810" y="3763201"/>
            <a:ext cx="447558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2"/>
          <p:cNvCxnSpPr/>
          <p:nvPr/>
        </p:nvCxnSpPr>
        <p:spPr>
          <a:xfrm flipH="1" rot="10800000">
            <a:off x="2857346" y="2817650"/>
            <a:ext cx="922" cy="151189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290" name="Google Shape;290;p12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 Calculation</a:t>
            </a:r>
            <a:endParaRPr/>
          </a:p>
        </p:txBody>
      </p:sp>
      <p:grpSp>
        <p:nvGrpSpPr>
          <p:cNvPr id="296" name="Google Shape;296;p13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297" name="Google Shape;297;p13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3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300" name="Google Shape;300;p1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3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13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306" name="Google Shape;306;p1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13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 flipH="1" rot="5400000">
            <a:off x="3338849" y="2430833"/>
            <a:ext cx="771435" cy="1612523"/>
          </a:xfrm>
          <a:prstGeom prst="rtTriangle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238262" y="3373326"/>
            <a:ext cx="447558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998091" y="307044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666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821440" y="3222312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5835005" y="1825625"/>
            <a:ext cx="6023667" cy="43513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907" r="-2122" t="-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3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317" name="Google Shape;317;p13"/>
            <p:cNvPicPr preferRelativeResize="0"/>
            <p:nvPr/>
          </p:nvPicPr>
          <p:blipFill rotWithShape="1">
            <a:blip r:embed="rId10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13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13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5835005" y="1825625"/>
            <a:ext cx="6023667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14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327" name="Google Shape;327;p14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14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14"/>
          <p:cNvSpPr/>
          <p:nvPr/>
        </p:nvSpPr>
        <p:spPr>
          <a:xfrm>
            <a:off x="10942622" y="4363492"/>
            <a:ext cx="1249378" cy="246221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4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331" name="Google Shape;331;p1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4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334" name="Google Shape;334;p1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14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p14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340" name="Google Shape;340;p1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14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 flipH="1" rot="5400000">
            <a:off x="3338849" y="2430833"/>
            <a:ext cx="771435" cy="1612523"/>
          </a:xfrm>
          <a:prstGeom prst="rtTriangle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 rot="8687534">
            <a:off x="2660535" y="2595477"/>
            <a:ext cx="526577" cy="654966"/>
          </a:xfrm>
          <a:prstGeom prst="arc">
            <a:avLst>
              <a:gd fmla="val 13891197" name="adj1"/>
              <a:gd fmla="val 1840634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3238262" y="3373326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2998091" y="3070448"/>
            <a:ext cx="473206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666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2821440" y="3222312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 Calculation</a:t>
            </a:r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356" name="Google Shape;356;p1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359" name="Google Shape;359;p1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15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15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365" name="Google Shape;365;p1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15"/>
          <p:cNvSpPr/>
          <p:nvPr/>
        </p:nvSpPr>
        <p:spPr>
          <a:xfrm>
            <a:off x="1594161" y="49183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 flipH="1">
            <a:off x="1829765" y="2851378"/>
            <a:ext cx="1088541" cy="1493401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 flipH="1" rot="5400000">
            <a:off x="3338849" y="2430833"/>
            <a:ext cx="771435" cy="1612523"/>
          </a:xfrm>
          <a:prstGeom prst="rtTriangle">
            <a:avLst/>
          </a:prstGeom>
          <a:noFill/>
          <a:ln cap="flat" cmpd="sng" w="285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3254860" y="3695387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2495810" y="3763201"/>
            <a:ext cx="447558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2821440" y="3222312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5631210" y="1825625"/>
            <a:ext cx="5722590" cy="435133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913" r="-3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5"/>
          <p:cNvCxnSpPr/>
          <p:nvPr/>
        </p:nvCxnSpPr>
        <p:spPr>
          <a:xfrm flipH="1" rot="10800000">
            <a:off x="2857346" y="2817650"/>
            <a:ext cx="922" cy="151189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78" name="Google Shape;378;p15"/>
          <p:cNvCxnSpPr/>
          <p:nvPr/>
        </p:nvCxnSpPr>
        <p:spPr>
          <a:xfrm rot="10800000">
            <a:off x="1815341" y="4500095"/>
            <a:ext cx="1118359" cy="332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79" name="Google Shape;379;p15"/>
          <p:cNvSpPr/>
          <p:nvPr/>
        </p:nvSpPr>
        <p:spPr>
          <a:xfrm>
            <a:off x="2301015" y="4493644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15"/>
          <p:cNvCxnSpPr/>
          <p:nvPr/>
        </p:nvCxnSpPr>
        <p:spPr>
          <a:xfrm rot="10800000">
            <a:off x="1829765" y="44123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81" name="Google Shape;381;p15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15"/>
          <p:cNvCxnSpPr/>
          <p:nvPr/>
        </p:nvCxnSpPr>
        <p:spPr>
          <a:xfrm rot="10800000">
            <a:off x="2876608" y="3700177"/>
            <a:ext cx="167966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grpSp>
        <p:nvGrpSpPr>
          <p:cNvPr id="383" name="Google Shape;383;p15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384" name="Google Shape;384;p15"/>
            <p:cNvPicPr preferRelativeResize="0"/>
            <p:nvPr/>
          </p:nvPicPr>
          <p:blipFill rotWithShape="1">
            <a:blip r:embed="rId1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15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6" name="Google Shape;386;p15"/>
          <p:cNvCxnSpPr/>
          <p:nvPr/>
        </p:nvCxnSpPr>
        <p:spPr>
          <a:xfrm rot="10800000">
            <a:off x="1860933" y="5335915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87" name="Google Shape;387;p15"/>
          <p:cNvCxnSpPr/>
          <p:nvPr/>
        </p:nvCxnSpPr>
        <p:spPr>
          <a:xfrm rot="10800000">
            <a:off x="4547080" y="3689524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88" name="Google Shape;388;p15"/>
          <p:cNvSpPr/>
          <p:nvPr/>
        </p:nvSpPr>
        <p:spPr>
          <a:xfrm>
            <a:off x="2969027" y="5309282"/>
            <a:ext cx="1119217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4583" l="0" r="-3799" t="-98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478300" y="4340828"/>
            <a:ext cx="1380506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5" l="0" r="-3535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/>
          <p:nvPr/>
        </p:nvSpPr>
        <p:spPr>
          <a:xfrm rot="2344324">
            <a:off x="1747233" y="519023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5"/>
          <p:cNvCxnSpPr/>
          <p:nvPr/>
        </p:nvCxnSpPr>
        <p:spPr>
          <a:xfrm flipH="1" rot="10800000">
            <a:off x="2371117" y="4392465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92" name="Google Shape;392;p15"/>
          <p:cNvSpPr/>
          <p:nvPr/>
        </p:nvSpPr>
        <p:spPr>
          <a:xfrm>
            <a:off x="2300215" y="4809974"/>
            <a:ext cx="858312" cy="30777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transform from top view</a:t>
            </a:r>
            <a:endParaRPr/>
          </a:p>
        </p:txBody>
      </p:sp>
      <p:grpSp>
        <p:nvGrpSpPr>
          <p:cNvPr id="398" name="Google Shape;398;p16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399" name="Google Shape;399;p1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6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402" name="Google Shape;402;p1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6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406" name="Google Shape;406;p1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16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6"/>
          <p:cNvSpPr txBox="1"/>
          <p:nvPr/>
        </p:nvSpPr>
        <p:spPr>
          <a:xfrm>
            <a:off x="6036719" y="1825625"/>
            <a:ext cx="5664213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16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412" name="Google Shape;412;p16"/>
            <p:cNvPicPr preferRelativeResize="0"/>
            <p:nvPr/>
          </p:nvPicPr>
          <p:blipFill rotWithShape="1">
            <a:blip r:embed="rId5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16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4" name="Google Shape;414;p16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16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416" name="Google Shape;416;p16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6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16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6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6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23" name="Google Shape;423;p16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55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6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25" name="Google Shape;425;p16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16"/>
          <p:cNvCxnSpPr/>
          <p:nvPr/>
        </p:nvCxnSpPr>
        <p:spPr>
          <a:xfrm rot="10800000">
            <a:off x="1779128" y="3192606"/>
            <a:ext cx="282322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28" name="Google Shape;428;p16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6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6"/>
          <p:cNvSpPr/>
          <p:nvPr/>
        </p:nvSpPr>
        <p:spPr>
          <a:xfrm rot="2344324">
            <a:off x="1747233" y="3094025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00141" y="2881932"/>
            <a:ext cx="769763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658" l="0" r="-5549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439" name="Google Shape;439;p17"/>
          <p:cNvSpPr txBox="1"/>
          <p:nvPr/>
        </p:nvSpPr>
        <p:spPr>
          <a:xfrm>
            <a:off x="6036719" y="1825625"/>
            <a:ext cx="5664213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0" name="Google Shape;440;p17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441" name="Google Shape;441;p17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17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17"/>
          <p:cNvSpPr/>
          <p:nvPr/>
        </p:nvSpPr>
        <p:spPr>
          <a:xfrm>
            <a:off x="10942622" y="3974195"/>
            <a:ext cx="1249378" cy="2893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4" name="Google Shape;444;p17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445" name="Google Shape;445;p1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17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448" name="Google Shape;448;p1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17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452" name="Google Shape;452;p1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5" name="Google Shape;455;p17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17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458" name="Google Shape;458;p17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17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7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65" name="Google Shape;465;p17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55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17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67" name="Google Shape;467;p17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17"/>
          <p:cNvCxnSpPr/>
          <p:nvPr/>
        </p:nvCxnSpPr>
        <p:spPr>
          <a:xfrm rot="10800000">
            <a:off x="1779128" y="3192606"/>
            <a:ext cx="283990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470" name="Google Shape;470;p17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7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 rot="2344324">
            <a:off x="1747233" y="309402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900141" y="2881932"/>
            <a:ext cx="769763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6658" l="0" r="-5549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Inverse or Reverse kinematics using trigonometry </a:t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933254" y="3985430"/>
            <a:ext cx="9690754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89" l="-1254" r="0" t="-57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 (coordinate to angle)</a:t>
            </a:r>
            <a:endParaRPr/>
          </a:p>
        </p:txBody>
      </p:sp>
      <p:sp>
        <p:nvSpPr>
          <p:cNvPr id="487" name="Google Shape;487;p19"/>
          <p:cNvSpPr txBox="1"/>
          <p:nvPr/>
        </p:nvSpPr>
        <p:spPr>
          <a:xfrm>
            <a:off x="6047715" y="1936750"/>
            <a:ext cx="5911913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19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489" name="Google Shape;489;p1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" name="Google Shape;491;p19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492" name="Google Shape;492;p1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5" name="Google Shape;495;p19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5" l="0" r="-6448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5" l="0" r="-5641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9"/>
          <p:cNvSpPr/>
          <p:nvPr/>
        </p:nvSpPr>
        <p:spPr>
          <a:xfrm rot="10800000">
            <a:off x="1270653" y="508565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8" name="Google Shape;498;p19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499" name="Google Shape;499;p19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19"/>
          <p:cNvSpPr/>
          <p:nvPr/>
        </p:nvSpPr>
        <p:spPr>
          <a:xfrm>
            <a:off x="1805916" y="5305517"/>
            <a:ext cx="643125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5" l="0" r="-75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2009633" y="3917592"/>
            <a:ext cx="64312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58" l="0" r="-7614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2616489" y="2245328"/>
            <a:ext cx="64312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5" l="0" r="-75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19"/>
          <p:cNvCxnSpPr/>
          <p:nvPr/>
        </p:nvCxnSpPr>
        <p:spPr>
          <a:xfrm rot="10800000">
            <a:off x="4547911" y="3677713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08" name="Google Shape;508;p19"/>
          <p:cNvSpPr/>
          <p:nvPr/>
        </p:nvSpPr>
        <p:spPr>
          <a:xfrm>
            <a:off x="4521135" y="4348189"/>
            <a:ext cx="41457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19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10" name="Google Shape;510;p19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19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12" name="Google Shape;512;p19"/>
          <p:cNvSpPr/>
          <p:nvPr/>
        </p:nvSpPr>
        <p:spPr>
          <a:xfrm>
            <a:off x="2515876" y="478409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19"/>
          <p:cNvCxnSpPr/>
          <p:nvPr/>
        </p:nvCxnSpPr>
        <p:spPr>
          <a:xfrm rot="10800000">
            <a:off x="1804365" y="5293891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14" name="Google Shape;514;p19"/>
          <p:cNvSpPr/>
          <p:nvPr/>
        </p:nvSpPr>
        <p:spPr>
          <a:xfrm>
            <a:off x="3264021" y="5245782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4547911" y="3371467"/>
            <a:ext cx="962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(X, Y, Z)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 Example value</a:t>
            </a:r>
            <a:endParaRPr/>
          </a:p>
        </p:txBody>
      </p:sp>
      <p:sp>
        <p:nvSpPr>
          <p:cNvPr id="522" name="Google Shape;522;p20"/>
          <p:cNvSpPr txBox="1"/>
          <p:nvPr/>
        </p:nvSpPr>
        <p:spPr>
          <a:xfrm>
            <a:off x="6436442" y="1956344"/>
            <a:ext cx="37623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20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524" name="Google Shape;524;p20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p20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527" name="Google Shape;527;p2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0" name="Google Shape;530;p20"/>
          <p:cNvSpPr/>
          <p:nvPr/>
        </p:nvSpPr>
        <p:spPr>
          <a:xfrm>
            <a:off x="3578635" y="2868060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5" l="0" r="-6448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1838674" y="3145905"/>
            <a:ext cx="75693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5" l="0" r="-5641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0"/>
          <p:cNvSpPr/>
          <p:nvPr/>
        </p:nvSpPr>
        <p:spPr>
          <a:xfrm rot="10800000">
            <a:off x="1270653" y="5085659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3" name="Google Shape;533;p20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534" name="Google Shape;534;p20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0"/>
          <p:cNvSpPr/>
          <p:nvPr/>
        </p:nvSpPr>
        <p:spPr>
          <a:xfrm>
            <a:off x="1805916" y="5305517"/>
            <a:ext cx="643125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5" l="0" r="-75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0"/>
          <p:cNvSpPr/>
          <p:nvPr/>
        </p:nvSpPr>
        <p:spPr>
          <a:xfrm rot="1883024">
            <a:off x="1567303" y="3979471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2009633" y="3917592"/>
            <a:ext cx="64312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58" l="0" r="-7614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2616489" y="2245328"/>
            <a:ext cx="64312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5" l="0" r="-75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/>
          <p:nvPr/>
        </p:nvSpPr>
        <p:spPr>
          <a:xfrm rot="1883024">
            <a:off x="2712020" y="2675972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20"/>
          <p:cNvCxnSpPr/>
          <p:nvPr/>
        </p:nvCxnSpPr>
        <p:spPr>
          <a:xfrm rot="10800000">
            <a:off x="4547911" y="3677713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3" name="Google Shape;543;p20"/>
          <p:cNvSpPr/>
          <p:nvPr/>
        </p:nvSpPr>
        <p:spPr>
          <a:xfrm>
            <a:off x="4521135" y="4348189"/>
            <a:ext cx="41457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20"/>
          <p:cNvCxnSpPr/>
          <p:nvPr/>
        </p:nvCxnSpPr>
        <p:spPr>
          <a:xfrm rot="10800000">
            <a:off x="1804365" y="43742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5" name="Google Shape;545;p20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6" name="Google Shape;546;p20"/>
          <p:cNvCxnSpPr/>
          <p:nvPr/>
        </p:nvCxnSpPr>
        <p:spPr>
          <a:xfrm flipH="1" rot="10800000">
            <a:off x="2586778" y="43665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7" name="Google Shape;547;p20"/>
          <p:cNvSpPr/>
          <p:nvPr/>
        </p:nvSpPr>
        <p:spPr>
          <a:xfrm>
            <a:off x="2515876" y="478409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20"/>
          <p:cNvCxnSpPr/>
          <p:nvPr/>
        </p:nvCxnSpPr>
        <p:spPr>
          <a:xfrm rot="10800000">
            <a:off x="1804365" y="5293891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49" name="Google Shape;549;p20"/>
          <p:cNvSpPr/>
          <p:nvPr/>
        </p:nvSpPr>
        <p:spPr>
          <a:xfrm>
            <a:off x="3264021" y="5245782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4547911" y="3371467"/>
            <a:ext cx="962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(X, Y, Z)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</a:t>
            </a:r>
            <a:endParaRPr/>
          </a:p>
        </p:txBody>
      </p:sp>
      <p:sp>
        <p:nvSpPr>
          <p:cNvPr id="556" name="Google Shape;556;p21"/>
          <p:cNvSpPr txBox="1"/>
          <p:nvPr/>
        </p:nvSpPr>
        <p:spPr>
          <a:xfrm>
            <a:off x="6121166" y="2029885"/>
            <a:ext cx="4695719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21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558" name="Google Shape;558;p2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1" name="Google Shape;561;p21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562" name="Google Shape;562;p21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21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p21"/>
          <p:cNvSpPr/>
          <p:nvPr/>
        </p:nvSpPr>
        <p:spPr>
          <a:xfrm>
            <a:off x="4492078" y="2204529"/>
            <a:ext cx="38343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p21"/>
          <p:cNvCxnSpPr/>
          <p:nvPr/>
        </p:nvCxnSpPr>
        <p:spPr>
          <a:xfrm rot="10800000">
            <a:off x="4563944" y="1533856"/>
            <a:ext cx="0" cy="161218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grpSp>
        <p:nvGrpSpPr>
          <p:cNvPr id="566" name="Google Shape;566;p21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567" name="Google Shape;567;p21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21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21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570" name="Google Shape;570;p21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1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21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p21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576" name="Google Shape;576;p21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8" name="Google Shape;578;p21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21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83" name="Google Shape;583;p21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55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21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85" name="Google Shape;585;p21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Google Shape;587;p21"/>
          <p:cNvCxnSpPr/>
          <p:nvPr/>
        </p:nvCxnSpPr>
        <p:spPr>
          <a:xfrm rot="10800000">
            <a:off x="1779128" y="3192606"/>
            <a:ext cx="282322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588" name="Google Shape;588;p21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/>
          <p:nvPr/>
        </p:nvSpPr>
        <p:spPr>
          <a:xfrm rot="2344324">
            <a:off x="1747233" y="3094025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900141" y="2881932"/>
            <a:ext cx="473206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6121166" y="2029885"/>
            <a:ext cx="4695719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0" name="Google Shape;600;p22"/>
          <p:cNvGrpSpPr/>
          <p:nvPr/>
        </p:nvGrpSpPr>
        <p:grpSpPr>
          <a:xfrm rot="3854512">
            <a:off x="2957331" y="510768"/>
            <a:ext cx="1543376" cy="1287625"/>
            <a:chOff x="3550777" y="2949437"/>
            <a:chExt cx="1543376" cy="1287625"/>
          </a:xfrm>
        </p:grpSpPr>
        <p:sp>
          <p:nvSpPr>
            <p:cNvPr id="601" name="Google Shape;601;p2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4" name="Google Shape;604;p22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605" name="Google Shape;605;p22"/>
            <p:cNvPicPr preferRelativeResize="0"/>
            <p:nvPr/>
          </p:nvPicPr>
          <p:blipFill rotWithShape="1">
            <a:blip r:embed="rId4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22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p22"/>
          <p:cNvSpPr/>
          <p:nvPr/>
        </p:nvSpPr>
        <p:spPr>
          <a:xfrm>
            <a:off x="10860418" y="4826675"/>
            <a:ext cx="1233799" cy="20313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4492078" y="2204529"/>
            <a:ext cx="38343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22"/>
          <p:cNvCxnSpPr/>
          <p:nvPr/>
        </p:nvCxnSpPr>
        <p:spPr>
          <a:xfrm rot="10800000">
            <a:off x="4563944" y="1533856"/>
            <a:ext cx="0" cy="161218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grpSp>
        <p:nvGrpSpPr>
          <p:cNvPr id="610" name="Google Shape;610;p22"/>
          <p:cNvGrpSpPr/>
          <p:nvPr/>
        </p:nvGrpSpPr>
        <p:grpSpPr>
          <a:xfrm>
            <a:off x="1270653" y="2121164"/>
            <a:ext cx="1016949" cy="1024872"/>
            <a:chOff x="3042303" y="4144710"/>
            <a:chExt cx="1016949" cy="1024872"/>
          </a:xfrm>
        </p:grpSpPr>
        <p:sp>
          <p:nvSpPr>
            <p:cNvPr id="611" name="Google Shape;611;p22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22"/>
          <p:cNvGrpSpPr/>
          <p:nvPr/>
        </p:nvGrpSpPr>
        <p:grpSpPr>
          <a:xfrm rot="-877931">
            <a:off x="1599685" y="860380"/>
            <a:ext cx="1543376" cy="1287625"/>
            <a:chOff x="3550777" y="2949437"/>
            <a:chExt cx="1543376" cy="1287625"/>
          </a:xfrm>
        </p:grpSpPr>
        <p:sp>
          <p:nvSpPr>
            <p:cNvPr id="614" name="Google Shape;614;p22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7" name="Google Shape;617;p22"/>
          <p:cNvSpPr/>
          <p:nvPr/>
        </p:nvSpPr>
        <p:spPr>
          <a:xfrm>
            <a:off x="1594161" y="2292374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1488300" y="5245844"/>
            <a:ext cx="895548" cy="85143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9" name="Google Shape;619;p22"/>
          <p:cNvGrpSpPr/>
          <p:nvPr/>
        </p:nvGrpSpPr>
        <p:grpSpPr>
          <a:xfrm rot="341483">
            <a:off x="2031121" y="3158383"/>
            <a:ext cx="1962317" cy="2650034"/>
            <a:chOff x="2372293" y="3116664"/>
            <a:chExt cx="1962317" cy="2650034"/>
          </a:xfrm>
        </p:grpSpPr>
        <p:sp>
          <p:nvSpPr>
            <p:cNvPr id="620" name="Google Shape;620;p22"/>
            <p:cNvSpPr/>
            <p:nvPr/>
          </p:nvSpPr>
          <p:spPr>
            <a:xfrm rot="-3237428">
              <a:off x="1747195" y="4397093"/>
              <a:ext cx="3212513" cy="89176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2"/>
            <p:cNvSpPr/>
            <p:nvPr/>
          </p:nvSpPr>
          <p:spPr>
            <a:xfrm rot="-877931">
              <a:off x="2387857" y="5649526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22"/>
          <p:cNvSpPr/>
          <p:nvPr/>
        </p:nvSpPr>
        <p:spPr>
          <a:xfrm rot="2344324">
            <a:off x="3119097" y="425141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 rot="2344324">
            <a:off x="3997768" y="325045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 rot="-2842554">
            <a:off x="2828428" y="3856777"/>
            <a:ext cx="704552" cy="33855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2"/>
          <p:cNvSpPr/>
          <p:nvPr/>
        </p:nvSpPr>
        <p:spPr>
          <a:xfrm flipH="1">
            <a:off x="1920352" y="3325436"/>
            <a:ext cx="2123135" cy="2350080"/>
          </a:xfrm>
          <a:prstGeom prst="rtTriangl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22"/>
          <p:cNvCxnSpPr/>
          <p:nvPr/>
        </p:nvCxnSpPr>
        <p:spPr>
          <a:xfrm flipH="1" rot="10800000">
            <a:off x="4162472" y="3313106"/>
            <a:ext cx="20002" cy="235845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27" name="Google Shape;627;p22"/>
          <p:cNvSpPr/>
          <p:nvPr/>
        </p:nvSpPr>
        <p:spPr>
          <a:xfrm>
            <a:off x="4218917" y="4256803"/>
            <a:ext cx="383438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55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8" name="Google Shape;628;p22"/>
          <p:cNvCxnSpPr/>
          <p:nvPr/>
        </p:nvCxnSpPr>
        <p:spPr>
          <a:xfrm rot="10800000">
            <a:off x="1886551" y="5790818"/>
            <a:ext cx="2156936" cy="327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29" name="Google Shape;629;p22"/>
          <p:cNvSpPr/>
          <p:nvPr/>
        </p:nvSpPr>
        <p:spPr>
          <a:xfrm>
            <a:off x="2618729" y="5782106"/>
            <a:ext cx="383438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2083467" y="4399895"/>
            <a:ext cx="52450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22"/>
          <p:cNvCxnSpPr/>
          <p:nvPr/>
        </p:nvCxnSpPr>
        <p:spPr>
          <a:xfrm rot="10800000">
            <a:off x="1779128" y="3192606"/>
            <a:ext cx="282322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32" name="Google Shape;632;p22"/>
          <p:cNvSpPr/>
          <p:nvPr/>
        </p:nvSpPr>
        <p:spPr>
          <a:xfrm>
            <a:off x="2969027" y="3192606"/>
            <a:ext cx="447558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/>
          <p:nvPr/>
        </p:nvSpPr>
        <p:spPr>
          <a:xfrm rot="1883024">
            <a:off x="1971502" y="5413016"/>
            <a:ext cx="456517" cy="371548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2330665" y="5258364"/>
            <a:ext cx="519625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2"/>
          <p:cNvSpPr/>
          <p:nvPr/>
        </p:nvSpPr>
        <p:spPr>
          <a:xfrm rot="2344324">
            <a:off x="1747233" y="3094025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 rot="10800000">
            <a:off x="1295366" y="3007128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900141" y="2881932"/>
            <a:ext cx="473206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</a:t>
            </a:r>
            <a:endParaRPr/>
          </a:p>
        </p:txBody>
      </p:sp>
      <p:sp>
        <p:nvSpPr>
          <p:cNvPr id="643" name="Google Shape;643;p23"/>
          <p:cNvSpPr txBox="1"/>
          <p:nvPr/>
        </p:nvSpPr>
        <p:spPr>
          <a:xfrm>
            <a:off x="6436442" y="1936750"/>
            <a:ext cx="5645491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23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645" name="Google Shape;645;p23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7" name="Google Shape;647;p23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648" name="Google Shape;648;p2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23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3" name="Google Shape;653;p23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654" name="Google Shape;654;p23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23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1360288" y="3866972"/>
            <a:ext cx="643125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5" l="0" r="-7544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2667289" y="2435826"/>
            <a:ext cx="643125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58" l="0" r="-7614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3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23"/>
          <p:cNvCxnSpPr/>
          <p:nvPr/>
        </p:nvCxnSpPr>
        <p:spPr>
          <a:xfrm flipH="1" rot="10800000">
            <a:off x="4136178" y="43792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662" name="Google Shape;662;p23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663" name="Google Shape;663;p23"/>
          <p:cNvCxnSpPr/>
          <p:nvPr/>
        </p:nvCxnSpPr>
        <p:spPr>
          <a:xfrm rot="10800000">
            <a:off x="1860933" y="4434661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664" name="Google Shape;664;p23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3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3357889" y="4334565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3"/>
          <p:cNvSpPr/>
          <p:nvPr/>
        </p:nvSpPr>
        <p:spPr>
          <a:xfrm>
            <a:off x="3773176" y="4784096"/>
            <a:ext cx="447558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2" name="Google Shape;672;p23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673" name="Google Shape;673;p23"/>
            <p:cNvPicPr preferRelativeResize="0"/>
            <p:nvPr/>
          </p:nvPicPr>
          <p:blipFill rotWithShape="1">
            <a:blip r:embed="rId15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23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23"/>
          <p:cNvSpPr/>
          <p:nvPr/>
        </p:nvSpPr>
        <p:spPr>
          <a:xfrm>
            <a:off x="4626109" y="3408386"/>
            <a:ext cx="978153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5" l="-5620" r="-1871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23"/>
          <p:cNvCxnSpPr/>
          <p:nvPr/>
        </p:nvCxnSpPr>
        <p:spPr>
          <a:xfrm flipH="1" rot="10800000">
            <a:off x="4424359" y="3575406"/>
            <a:ext cx="4022" cy="86649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sp>
        <p:nvSpPr>
          <p:cNvPr id="682" name="Google Shape;682;p24"/>
          <p:cNvSpPr txBox="1"/>
          <p:nvPr/>
        </p:nvSpPr>
        <p:spPr>
          <a:xfrm>
            <a:off x="6436442" y="1936750"/>
            <a:ext cx="5645491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24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684" name="Google Shape;684;p2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6" name="Google Shape;686;p24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687" name="Google Shape;687;p2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0" name="Google Shape;690;p24"/>
          <p:cNvSpPr/>
          <p:nvPr/>
        </p:nvSpPr>
        <p:spPr>
          <a:xfrm>
            <a:off x="3578635" y="2868060"/>
            <a:ext cx="46038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4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2" name="Google Shape;692;p24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693" name="Google Shape;693;p24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6" name="Google Shape;696;p24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4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4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24"/>
          <p:cNvCxnSpPr/>
          <p:nvPr/>
        </p:nvCxnSpPr>
        <p:spPr>
          <a:xfrm flipH="1" rot="10800000">
            <a:off x="4136178" y="4379287"/>
            <a:ext cx="4022" cy="8664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700" name="Google Shape;700;p24"/>
          <p:cNvCxnSpPr/>
          <p:nvPr/>
        </p:nvCxnSpPr>
        <p:spPr>
          <a:xfrm rot="10800000">
            <a:off x="1829765" y="4412368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01" name="Google Shape;701;p24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4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4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4"/>
          <p:cNvSpPr/>
          <p:nvPr/>
        </p:nvSpPr>
        <p:spPr>
          <a:xfrm>
            <a:off x="3264021" y="4326159"/>
            <a:ext cx="447558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4"/>
          <p:cNvSpPr/>
          <p:nvPr/>
        </p:nvSpPr>
        <p:spPr>
          <a:xfrm>
            <a:off x="3773176" y="4784096"/>
            <a:ext cx="447558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8" name="Google Shape;708;p24"/>
          <p:cNvGrpSpPr/>
          <p:nvPr/>
        </p:nvGrpSpPr>
        <p:grpSpPr>
          <a:xfrm>
            <a:off x="9076268" y="254635"/>
            <a:ext cx="2782405" cy="1436053"/>
            <a:chOff x="7061201" y="2351087"/>
            <a:chExt cx="2782405" cy="1436053"/>
          </a:xfrm>
        </p:grpSpPr>
        <p:pic>
          <p:nvPicPr>
            <p:cNvPr descr="Sine-Cosine-Tangent" id="709" name="Google Shape;709;p24"/>
            <p:cNvPicPr preferRelativeResize="0"/>
            <p:nvPr/>
          </p:nvPicPr>
          <p:blipFill rotWithShape="1">
            <a:blip r:embed="rId13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24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1" name="Google Shape;711;p24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12" name="Google Shape;712;p24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24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14" name="Google Shape;714;p24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4"/>
          <p:cNvSpPr/>
          <p:nvPr/>
        </p:nvSpPr>
        <p:spPr>
          <a:xfrm>
            <a:off x="10499006" y="4057333"/>
            <a:ext cx="1359667" cy="2585323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4"/>
          <p:cNvSpPr/>
          <p:nvPr/>
        </p:nvSpPr>
        <p:spPr>
          <a:xfrm>
            <a:off x="4884873" y="1231260"/>
            <a:ext cx="1359667" cy="3139321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Reverse Kinematics</a:t>
            </a:r>
            <a:endParaRPr/>
          </a:p>
        </p:txBody>
      </p:sp>
      <p:grpSp>
        <p:nvGrpSpPr>
          <p:cNvPr id="723" name="Google Shape;723;p25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724" name="Google Shape;724;p2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25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727" name="Google Shape;727;p2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0" name="Google Shape;730;p25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1" name="Google Shape;731;p25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732" name="Google Shape;732;p25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25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5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" name="Google Shape;735;p25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5"/>
          <p:cNvSpPr txBox="1"/>
          <p:nvPr/>
        </p:nvSpPr>
        <p:spPr>
          <a:xfrm>
            <a:off x="5988777" y="1976666"/>
            <a:ext cx="5365024" cy="43513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5"/>
          <p:cNvSpPr/>
          <p:nvPr/>
        </p:nvSpPr>
        <p:spPr>
          <a:xfrm rot="-903372">
            <a:off x="1607580" y="2819740"/>
            <a:ext cx="2833546" cy="1168248"/>
          </a:xfrm>
          <a:prstGeom prst="triangle">
            <a:avLst>
              <a:gd fmla="val 50904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3731035" y="3020460"/>
            <a:ext cx="4603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6" name="Google Shape;746;p25"/>
          <p:cNvGrpSpPr/>
          <p:nvPr/>
        </p:nvGrpSpPr>
        <p:grpSpPr>
          <a:xfrm>
            <a:off x="8520254" y="197459"/>
            <a:ext cx="2833546" cy="1603560"/>
            <a:chOff x="3685082" y="689878"/>
            <a:chExt cx="2833546" cy="1603560"/>
          </a:xfrm>
        </p:grpSpPr>
        <p:sp>
          <p:nvSpPr>
            <p:cNvPr id="747" name="Google Shape;747;p25"/>
            <p:cNvSpPr/>
            <p:nvPr/>
          </p:nvSpPr>
          <p:spPr>
            <a:xfrm>
              <a:off x="4089400" y="1656696"/>
              <a:ext cx="363176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3685082" y="814425"/>
              <a:ext cx="2833546" cy="1168248"/>
            </a:xfrm>
            <a:prstGeom prst="triangle">
              <a:avLst>
                <a:gd fmla="val 50904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4951316" y="967110"/>
              <a:ext cx="40427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5793851" y="1616353"/>
              <a:ext cx="38985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5"/>
            <p:cNvSpPr/>
            <p:nvPr/>
          </p:nvSpPr>
          <p:spPr>
            <a:xfrm rot="1883024">
              <a:off x="3849684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5"/>
            <p:cNvSpPr/>
            <p:nvPr/>
          </p:nvSpPr>
          <p:spPr>
            <a:xfrm rot="-5665793">
              <a:off x="6072486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5"/>
            <p:cNvSpPr/>
            <p:nvPr/>
          </p:nvSpPr>
          <p:spPr>
            <a:xfrm rot="9831058">
              <a:off x="4985531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4748344" y="1924106"/>
              <a:ext cx="377026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5691723" y="1089353"/>
              <a:ext cx="380232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4255790" y="1004089"/>
              <a:ext cx="354584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5"/>
            <p:cNvSpPr/>
            <p:nvPr/>
          </p:nvSpPr>
          <p:spPr>
            <a:xfrm rot="1883024">
              <a:off x="3849683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5"/>
            <p:cNvSpPr/>
            <p:nvPr/>
          </p:nvSpPr>
          <p:spPr>
            <a:xfrm rot="-5665793">
              <a:off x="6072485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5"/>
            <p:cNvSpPr/>
            <p:nvPr/>
          </p:nvSpPr>
          <p:spPr>
            <a:xfrm rot="9831058">
              <a:off x="4985530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60" name="Google Shape;760;p25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61" name="Google Shape;761;p25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25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763" name="Google Shape;763;p25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5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grpSp>
        <p:nvGrpSpPr>
          <p:cNvPr id="770" name="Google Shape;770;p26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771" name="Google Shape;771;p2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3" name="Google Shape;773;p26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774" name="Google Shape;774;p2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26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8" name="Google Shape;778;p26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779" name="Google Shape;779;p2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26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6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6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6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6"/>
          <p:cNvSpPr txBox="1"/>
          <p:nvPr/>
        </p:nvSpPr>
        <p:spPr>
          <a:xfrm>
            <a:off x="5988777" y="2052866"/>
            <a:ext cx="5364900" cy="43512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1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/>
          <p:nvPr/>
        </p:nvSpPr>
        <p:spPr>
          <a:xfrm rot="-903372">
            <a:off x="1607580" y="2819740"/>
            <a:ext cx="2833546" cy="1168248"/>
          </a:xfrm>
          <a:prstGeom prst="triangle">
            <a:avLst>
              <a:gd fmla="val 50904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3731035" y="3020460"/>
            <a:ext cx="4603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26"/>
          <p:cNvGrpSpPr/>
          <p:nvPr/>
        </p:nvGrpSpPr>
        <p:grpSpPr>
          <a:xfrm>
            <a:off x="8520254" y="45059"/>
            <a:ext cx="2833546" cy="1603560"/>
            <a:chOff x="3685082" y="689878"/>
            <a:chExt cx="2833546" cy="1603560"/>
          </a:xfrm>
        </p:grpSpPr>
        <p:sp>
          <p:nvSpPr>
            <p:cNvPr id="794" name="Google Shape;794;p26"/>
            <p:cNvSpPr/>
            <p:nvPr/>
          </p:nvSpPr>
          <p:spPr>
            <a:xfrm>
              <a:off x="4089400" y="1656696"/>
              <a:ext cx="363176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3685082" y="814425"/>
              <a:ext cx="2833546" cy="1168248"/>
            </a:xfrm>
            <a:prstGeom prst="triangle">
              <a:avLst>
                <a:gd fmla="val 50904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4951316" y="967110"/>
              <a:ext cx="40427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5793851" y="1616353"/>
              <a:ext cx="38985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6"/>
            <p:cNvSpPr/>
            <p:nvPr/>
          </p:nvSpPr>
          <p:spPr>
            <a:xfrm rot="1883024">
              <a:off x="3849684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26"/>
            <p:cNvSpPr/>
            <p:nvPr/>
          </p:nvSpPr>
          <p:spPr>
            <a:xfrm rot="-5665793">
              <a:off x="6072486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26"/>
            <p:cNvSpPr/>
            <p:nvPr/>
          </p:nvSpPr>
          <p:spPr>
            <a:xfrm rot="9831058">
              <a:off x="4985531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4748344" y="1924106"/>
              <a:ext cx="377026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5691723" y="1089353"/>
              <a:ext cx="380232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4255790" y="1004089"/>
              <a:ext cx="354584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6"/>
            <p:cNvSpPr/>
            <p:nvPr/>
          </p:nvSpPr>
          <p:spPr>
            <a:xfrm rot="1883024">
              <a:off x="3849683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26"/>
            <p:cNvSpPr/>
            <p:nvPr/>
          </p:nvSpPr>
          <p:spPr>
            <a:xfrm rot="-5665793">
              <a:off x="6072485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26"/>
            <p:cNvSpPr/>
            <p:nvPr/>
          </p:nvSpPr>
          <p:spPr>
            <a:xfrm rot="9831058">
              <a:off x="4985530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07" name="Google Shape;807;p26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08" name="Google Shape;808;p26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26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10" name="Google Shape;810;p26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6"/>
          <p:cNvSpPr/>
          <p:nvPr/>
        </p:nvSpPr>
        <p:spPr>
          <a:xfrm>
            <a:off x="10650326" y="3497811"/>
            <a:ext cx="1359667" cy="3139321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6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continuation…</a:t>
            </a:r>
            <a:endParaRPr/>
          </a:p>
        </p:txBody>
      </p:sp>
      <p:grpSp>
        <p:nvGrpSpPr>
          <p:cNvPr id="818" name="Google Shape;818;p27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819" name="Google Shape;819;p2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1" name="Google Shape;821;p27"/>
          <p:cNvGrpSpPr/>
          <p:nvPr/>
        </p:nvGrpSpPr>
        <p:grpSpPr>
          <a:xfrm rot="3854512">
            <a:off x="2957331" y="2593580"/>
            <a:ext cx="1543376" cy="1287625"/>
            <a:chOff x="3550777" y="2949437"/>
            <a:chExt cx="1543376" cy="1287625"/>
          </a:xfrm>
        </p:grpSpPr>
        <p:sp>
          <p:nvSpPr>
            <p:cNvPr id="822" name="Google Shape;822;p2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5" name="Google Shape;825;p27"/>
          <p:cNvSpPr/>
          <p:nvPr/>
        </p:nvSpPr>
        <p:spPr>
          <a:xfrm>
            <a:off x="2067274" y="3209405"/>
            <a:ext cx="46038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27"/>
          <p:cNvGrpSpPr/>
          <p:nvPr/>
        </p:nvGrpSpPr>
        <p:grpSpPr>
          <a:xfrm rot="-877931">
            <a:off x="1599685" y="2949240"/>
            <a:ext cx="1543376" cy="1287625"/>
            <a:chOff x="3550777" y="2949437"/>
            <a:chExt cx="1543376" cy="1287625"/>
          </a:xfrm>
        </p:grpSpPr>
        <p:sp>
          <p:nvSpPr>
            <p:cNvPr id="827" name="Google Shape;827;p27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0" name="Google Shape;830;p27"/>
          <p:cNvSpPr/>
          <p:nvPr/>
        </p:nvSpPr>
        <p:spPr>
          <a:xfrm>
            <a:off x="1504223" y="3866972"/>
            <a:ext cx="47320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2667289" y="2486628"/>
            <a:ext cx="4732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7"/>
          <p:cNvSpPr/>
          <p:nvPr/>
        </p:nvSpPr>
        <p:spPr>
          <a:xfrm flipH="1">
            <a:off x="1831316" y="3626078"/>
            <a:ext cx="2698778" cy="718701"/>
          </a:xfrm>
          <a:prstGeom prst="rtTriangl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 rot="1883024">
            <a:off x="2197357" y="4219755"/>
            <a:ext cx="250623" cy="260727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 rot="1883024">
            <a:off x="1867027" y="4088096"/>
            <a:ext cx="341785" cy="294521"/>
          </a:xfrm>
          <a:prstGeom prst="arc">
            <a:avLst>
              <a:gd fmla="val 13891194" name="adj1"/>
              <a:gd fmla="val 206494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2084182" y="3807555"/>
            <a:ext cx="47320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2527656" y="4035976"/>
            <a:ext cx="47320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7"/>
          <p:cNvSpPr/>
          <p:nvPr/>
        </p:nvSpPr>
        <p:spPr>
          <a:xfrm>
            <a:off x="3072119" y="3660825"/>
            <a:ext cx="447558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7"/>
          <p:cNvSpPr txBox="1"/>
          <p:nvPr/>
        </p:nvSpPr>
        <p:spPr>
          <a:xfrm>
            <a:off x="5988777" y="1976666"/>
            <a:ext cx="5365024" cy="43513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1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7"/>
          <p:cNvSpPr/>
          <p:nvPr/>
        </p:nvSpPr>
        <p:spPr>
          <a:xfrm rot="-903372">
            <a:off x="1607580" y="2819740"/>
            <a:ext cx="2833546" cy="1168248"/>
          </a:xfrm>
          <a:prstGeom prst="triangle">
            <a:avLst>
              <a:gd fmla="val 50904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3731035" y="3020460"/>
            <a:ext cx="46038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1" name="Google Shape;841;p27"/>
          <p:cNvGrpSpPr/>
          <p:nvPr/>
        </p:nvGrpSpPr>
        <p:grpSpPr>
          <a:xfrm>
            <a:off x="8520254" y="197459"/>
            <a:ext cx="2833546" cy="1603560"/>
            <a:chOff x="3685082" y="689878"/>
            <a:chExt cx="2833546" cy="1603560"/>
          </a:xfrm>
        </p:grpSpPr>
        <p:sp>
          <p:nvSpPr>
            <p:cNvPr id="842" name="Google Shape;842;p27"/>
            <p:cNvSpPr/>
            <p:nvPr/>
          </p:nvSpPr>
          <p:spPr>
            <a:xfrm>
              <a:off x="4089400" y="1656696"/>
              <a:ext cx="363176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3685082" y="814425"/>
              <a:ext cx="2833546" cy="1168248"/>
            </a:xfrm>
            <a:prstGeom prst="triangle">
              <a:avLst>
                <a:gd fmla="val 50904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4951316" y="967110"/>
              <a:ext cx="404277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5793851" y="1616353"/>
              <a:ext cx="38985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/>
            <p:nvPr/>
          </p:nvSpPr>
          <p:spPr>
            <a:xfrm rot="1883024">
              <a:off x="3849684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 rot="-5665793">
              <a:off x="6072486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 rot="9831058">
              <a:off x="4985531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4748344" y="1924106"/>
              <a:ext cx="377026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5691723" y="1089353"/>
              <a:ext cx="380232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4255790" y="1004089"/>
              <a:ext cx="354584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 rot="1883024">
              <a:off x="3849683" y="1776846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 rot="-5665793">
              <a:off x="6072485" y="1713843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 rot="9831058">
              <a:off x="4985530" y="731599"/>
              <a:ext cx="341785" cy="294521"/>
            </a:xfrm>
            <a:prstGeom prst="arc">
              <a:avLst>
                <a:gd fmla="val 13891194" name="adj1"/>
                <a:gd fmla="val 20649402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55" name="Google Shape;855;p27"/>
          <p:cNvCxnSpPr/>
          <p:nvPr/>
        </p:nvCxnSpPr>
        <p:spPr>
          <a:xfrm rot="10800000">
            <a:off x="1829765" y="5233627"/>
            <a:ext cx="27581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56" name="Google Shape;856;p27"/>
          <p:cNvSpPr/>
          <p:nvPr/>
        </p:nvSpPr>
        <p:spPr>
          <a:xfrm>
            <a:off x="3264021" y="5147418"/>
            <a:ext cx="447558" cy="30777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7" name="Google Shape;857;p27"/>
          <p:cNvCxnSpPr/>
          <p:nvPr/>
        </p:nvCxnSpPr>
        <p:spPr>
          <a:xfrm rot="10800000">
            <a:off x="4649864" y="3670351"/>
            <a:ext cx="24319" cy="157543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858" name="Google Shape;858;p27"/>
          <p:cNvSpPr/>
          <p:nvPr/>
        </p:nvSpPr>
        <p:spPr>
          <a:xfrm>
            <a:off x="4597688" y="4340828"/>
            <a:ext cx="383438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10650326" y="3497811"/>
            <a:ext cx="1359667" cy="3139321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1405625" y="4967157"/>
            <a:ext cx="473206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8"/>
          <p:cNvSpPr txBox="1"/>
          <p:nvPr/>
        </p:nvSpPr>
        <p:spPr>
          <a:xfrm>
            <a:off x="9941730" y="279147"/>
            <a:ext cx="1947333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8"/>
          <p:cNvSpPr txBox="1"/>
          <p:nvPr/>
        </p:nvSpPr>
        <p:spPr>
          <a:xfrm>
            <a:off x="4742430" y="484869"/>
            <a:ext cx="4900381" cy="57465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26" l="-1987" r="0" t="-24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8" name="Google Shape;868;p28"/>
          <p:cNvGrpSpPr/>
          <p:nvPr/>
        </p:nvGrpSpPr>
        <p:grpSpPr>
          <a:xfrm>
            <a:off x="8978243" y="5253133"/>
            <a:ext cx="2782405" cy="1436053"/>
            <a:chOff x="7061201" y="2351087"/>
            <a:chExt cx="2782405" cy="1436053"/>
          </a:xfrm>
        </p:grpSpPr>
        <p:pic>
          <p:nvPicPr>
            <p:cNvPr descr="Sine-Cosine-Tangent" id="869" name="Google Shape;869;p28"/>
            <p:cNvPicPr preferRelativeResize="0"/>
            <p:nvPr/>
          </p:nvPicPr>
          <p:blipFill rotWithShape="1">
            <a:blip r:embed="rId5">
              <a:alphaModFix/>
            </a:blip>
            <a:srcRect b="59068" l="43379" r="610" t="14070"/>
            <a:stretch/>
          </p:blipFill>
          <p:spPr>
            <a:xfrm>
              <a:off x="7061201" y="2351087"/>
              <a:ext cx="2782405" cy="1001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28"/>
            <p:cNvSpPr txBox="1"/>
            <p:nvPr/>
          </p:nvSpPr>
          <p:spPr>
            <a:xfrm>
              <a:off x="7099935" y="3289299"/>
              <a:ext cx="2676525" cy="4978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1" name="Google Shape;87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8145" y="4402674"/>
            <a:ext cx="2271597" cy="213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258" y="1613784"/>
            <a:ext cx="3032917" cy="270159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Example-2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9"/>
          <p:cNvSpPr txBox="1"/>
          <p:nvPr>
            <p:ph type="title"/>
          </p:nvPr>
        </p:nvSpPr>
        <p:spPr>
          <a:xfrm>
            <a:off x="831850" y="1709739"/>
            <a:ext cx="10515600" cy="15251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End of Forward and Inverse Kinematics using trigonometry</a:t>
            </a:r>
            <a:endParaRPr/>
          </a:p>
        </p:txBody>
      </p:sp>
      <p:sp>
        <p:nvSpPr>
          <p:cNvPr id="879" name="Google Shape;879;p29"/>
          <p:cNvSpPr/>
          <p:nvPr/>
        </p:nvSpPr>
        <p:spPr>
          <a:xfrm>
            <a:off x="3663058" y="3244334"/>
            <a:ext cx="48658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https://www.youtube.com/watch?v=1-FJhmey7vk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Forward kinematics using DH parameter and Homogeneous transformation matrix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890" name="Google Shape;890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Forward kinematics refers to process of obtaining position and velocity of end effector, given the known joint angles and angular velocities.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example, if shoulder and elbow joint angles are given for arm in sagittal plane, the goal is to find Cartesian coordinates of wrist/fist.</a:t>
            </a:r>
            <a:endParaRPr/>
          </a:p>
        </p:txBody>
      </p:sp>
      <p:pic>
        <p:nvPicPr>
          <p:cNvPr id="891" name="Google Shape;891;p3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0582" y="1239029"/>
            <a:ext cx="2481116" cy="2223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5741" y="4149306"/>
            <a:ext cx="4821834" cy="196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Kinematics</a:t>
            </a:r>
            <a:endParaRPr/>
          </a:p>
        </p:txBody>
      </p:sp>
      <p:sp>
        <p:nvSpPr>
          <p:cNvPr id="898" name="Google Shape;898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0" t="-26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899" name="Google Shape;899;p32"/>
          <p:cNvSpPr/>
          <p:nvPr/>
        </p:nvSpPr>
        <p:spPr>
          <a:xfrm>
            <a:off x="3542730" y="5150772"/>
            <a:ext cx="50547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https://www.youtube.com/watch?v=D3w3ZANOy3s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2"/>
          <p:cNvSpPr/>
          <p:nvPr/>
        </p:nvSpPr>
        <p:spPr>
          <a:xfrm>
            <a:off x="3568655" y="5807672"/>
            <a:ext cx="505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https://www.youtube.com/watch?v=KdKAJ6kLY6U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 txBox="1"/>
          <p:nvPr/>
        </p:nvSpPr>
        <p:spPr>
          <a:xfrm>
            <a:off x="3490425" y="4340000"/>
            <a:ext cx="490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https://www.youtube.com/watch?v=4WRhVqQaZTE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(Denavit-Hartenberg) parameters</a:t>
            </a:r>
            <a:endParaRPr/>
          </a:p>
        </p:txBody>
      </p:sp>
      <p:sp>
        <p:nvSpPr>
          <p:cNvPr id="907" name="Google Shape;907;p33"/>
          <p:cNvSpPr txBox="1"/>
          <p:nvPr>
            <p:ph idx="1" type="body"/>
          </p:nvPr>
        </p:nvSpPr>
        <p:spPr>
          <a:xfrm>
            <a:off x="838200" y="2608027"/>
            <a:ext cx="5181600" cy="3568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DH parameters are used in robot manipulator to describe the axis orientations and arm lengths. The 4 DH parameters are called theta, d, alpha and a. DOF stands for degrees of freedom.</a:t>
            </a:r>
            <a:endParaRPr/>
          </a:p>
        </p:txBody>
      </p:sp>
      <p:pic>
        <p:nvPicPr>
          <p:cNvPr descr="Robot with six degrees of freedom and its Denavit – Hartenberg... |  Download Scientific Diagram" id="908" name="Google Shape;908;p3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640" y="1804946"/>
            <a:ext cx="4884685" cy="402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grpSp>
        <p:nvGrpSpPr>
          <p:cNvPr id="914" name="Google Shape;914;p34"/>
          <p:cNvGrpSpPr/>
          <p:nvPr/>
        </p:nvGrpSpPr>
        <p:grpSpPr>
          <a:xfrm>
            <a:off x="1270653" y="4220910"/>
            <a:ext cx="1016949" cy="1024872"/>
            <a:chOff x="3042303" y="4144710"/>
            <a:chExt cx="1016949" cy="1024872"/>
          </a:xfrm>
        </p:grpSpPr>
        <p:sp>
          <p:nvSpPr>
            <p:cNvPr id="915" name="Google Shape;915;p3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7" name="Google Shape;917;p34"/>
          <p:cNvSpPr/>
          <p:nvPr/>
        </p:nvSpPr>
        <p:spPr>
          <a:xfrm rot="10800000">
            <a:off x="1295366" y="5011217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1805916" y="4903267"/>
            <a:ext cx="47320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34"/>
          <p:cNvGrpSpPr/>
          <p:nvPr/>
        </p:nvGrpSpPr>
        <p:grpSpPr>
          <a:xfrm rot="-1448462">
            <a:off x="936015" y="1627856"/>
            <a:ext cx="3900839" cy="2326745"/>
            <a:chOff x="1462077" y="2245328"/>
            <a:chExt cx="3900839" cy="2326745"/>
          </a:xfrm>
        </p:grpSpPr>
        <p:grpSp>
          <p:nvGrpSpPr>
            <p:cNvPr id="920" name="Google Shape;920;p34"/>
            <p:cNvGrpSpPr/>
            <p:nvPr/>
          </p:nvGrpSpPr>
          <p:grpSpPr>
            <a:xfrm rot="3854512">
              <a:off x="2957331" y="2593580"/>
              <a:ext cx="1543376" cy="1287625"/>
              <a:chOff x="3550777" y="2949437"/>
              <a:chExt cx="1543376" cy="1287625"/>
            </a:xfrm>
          </p:grpSpPr>
          <p:sp>
            <p:nvSpPr>
              <p:cNvPr id="921" name="Google Shape;921;p34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34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34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4" name="Google Shape;924;p34"/>
            <p:cNvGrpSpPr/>
            <p:nvPr/>
          </p:nvGrpSpPr>
          <p:grpSpPr>
            <a:xfrm rot="-1510188">
              <a:off x="4522958" y="3403633"/>
              <a:ext cx="784883" cy="434220"/>
              <a:chOff x="6531536" y="2870500"/>
              <a:chExt cx="784883" cy="434220"/>
            </a:xfrm>
          </p:grpSpPr>
          <p:sp>
            <p:nvSpPr>
              <p:cNvPr id="925" name="Google Shape;925;p34"/>
              <p:cNvSpPr/>
              <p:nvPr/>
            </p:nvSpPr>
            <p:spPr>
              <a:xfrm rot="1495015">
                <a:off x="6512497" y="3044178"/>
                <a:ext cx="82296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34"/>
              <p:cNvSpPr/>
              <p:nvPr/>
            </p:nvSpPr>
            <p:spPr>
              <a:xfrm rot="3854512">
                <a:off x="7209652" y="3192326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34"/>
              <p:cNvSpPr/>
              <p:nvPr/>
            </p:nvSpPr>
            <p:spPr>
              <a:xfrm rot="3854512">
                <a:off x="6554791" y="2885826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8" name="Google Shape;928;p34"/>
            <p:cNvSpPr/>
            <p:nvPr/>
          </p:nvSpPr>
          <p:spPr>
            <a:xfrm>
              <a:off x="4716712" y="3278793"/>
              <a:ext cx="460382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3578635" y="2868060"/>
              <a:ext cx="460382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1838674" y="3145905"/>
              <a:ext cx="460382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1" name="Google Shape;931;p34"/>
            <p:cNvGrpSpPr/>
            <p:nvPr/>
          </p:nvGrpSpPr>
          <p:grpSpPr>
            <a:xfrm rot="-877931">
              <a:off x="1599685" y="2949240"/>
              <a:ext cx="1543376" cy="1287625"/>
              <a:chOff x="3550777" y="2949437"/>
              <a:chExt cx="1543376" cy="1287625"/>
            </a:xfrm>
          </p:grpSpPr>
          <p:sp>
            <p:nvSpPr>
              <p:cNvPr id="932" name="Google Shape;932;p34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4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4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5" name="Google Shape;935;p34"/>
            <p:cNvSpPr/>
            <p:nvPr/>
          </p:nvSpPr>
          <p:spPr>
            <a:xfrm rot="1883024">
              <a:off x="1567303" y="3979471"/>
              <a:ext cx="594885" cy="472249"/>
            </a:xfrm>
            <a:prstGeom prst="arc">
              <a:avLst>
                <a:gd fmla="val 12026981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2009633" y="3917592"/>
              <a:ext cx="473206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2616489" y="2245328"/>
              <a:ext cx="473206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4"/>
            <p:cNvSpPr/>
            <p:nvPr/>
          </p:nvSpPr>
          <p:spPr>
            <a:xfrm rot="1883024">
              <a:off x="2712020" y="2675972"/>
              <a:ext cx="594885" cy="472249"/>
            </a:xfrm>
            <a:prstGeom prst="arc">
              <a:avLst>
                <a:gd fmla="val 12026981" name="adj1"/>
                <a:gd fmla="val 6408775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4232710" y="3317977"/>
              <a:ext cx="594885" cy="472249"/>
            </a:xfrm>
            <a:prstGeom prst="arc">
              <a:avLst>
                <a:gd fmla="val 12026981" name="adj1"/>
                <a:gd fmla="val 21316069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4457989" y="3020028"/>
              <a:ext cx="473206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" name="Google Shape;941;p34"/>
          <p:cNvSpPr/>
          <p:nvPr/>
        </p:nvSpPr>
        <p:spPr>
          <a:xfrm>
            <a:off x="2082377" y="3923064"/>
            <a:ext cx="11972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Joint 1 &amp;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4"/>
          <p:cNvSpPr/>
          <p:nvPr/>
        </p:nvSpPr>
        <p:spPr>
          <a:xfrm>
            <a:off x="1669169" y="2350359"/>
            <a:ext cx="812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Joint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4"/>
          <p:cNvSpPr/>
          <p:nvPr/>
        </p:nvSpPr>
        <p:spPr>
          <a:xfrm>
            <a:off x="3763491" y="2502759"/>
            <a:ext cx="812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Joint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34"/>
          <p:cNvGrpSpPr/>
          <p:nvPr/>
        </p:nvGrpSpPr>
        <p:grpSpPr>
          <a:xfrm>
            <a:off x="5722130" y="2177592"/>
            <a:ext cx="1664158" cy="1403081"/>
            <a:chOff x="7126724" y="1894787"/>
            <a:chExt cx="1664158" cy="1403081"/>
          </a:xfrm>
        </p:grpSpPr>
        <p:grpSp>
          <p:nvGrpSpPr>
            <p:cNvPr id="945" name="Google Shape;945;p34"/>
            <p:cNvGrpSpPr/>
            <p:nvPr/>
          </p:nvGrpSpPr>
          <p:grpSpPr>
            <a:xfrm>
              <a:off x="7126724" y="1894787"/>
              <a:ext cx="1470522" cy="1370086"/>
              <a:chOff x="546815" y="3846136"/>
              <a:chExt cx="1470522" cy="1370086"/>
            </a:xfrm>
          </p:grpSpPr>
          <p:grpSp>
            <p:nvGrpSpPr>
              <p:cNvPr id="946" name="Google Shape;946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47" name="Google Shape;947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48" name="Google Shape;948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49" name="Google Shape;949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34"/>
              <p:cNvSpPr/>
              <p:nvPr/>
            </p:nvSpPr>
            <p:spPr>
              <a:xfrm>
                <a:off x="546815" y="4133595"/>
                <a:ext cx="474809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1" name="Google Shape;951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7252977" y="2928536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3" name="Google Shape;953;p34"/>
            <p:cNvCxnSpPr/>
            <p:nvPr/>
          </p:nvCxnSpPr>
          <p:spPr>
            <a:xfrm flipH="1" rot="10800000">
              <a:off x="7553475" y="2262434"/>
              <a:ext cx="864662" cy="651993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54" name="Google Shape;954;p34"/>
            <p:cNvSpPr/>
            <p:nvPr/>
          </p:nvSpPr>
          <p:spPr>
            <a:xfrm>
              <a:off x="8316073" y="2296941"/>
              <a:ext cx="474809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p34"/>
          <p:cNvGrpSpPr/>
          <p:nvPr/>
        </p:nvGrpSpPr>
        <p:grpSpPr>
          <a:xfrm>
            <a:off x="9183338" y="2207443"/>
            <a:ext cx="1772180" cy="1657547"/>
            <a:chOff x="6825066" y="1894787"/>
            <a:chExt cx="1772180" cy="1657547"/>
          </a:xfrm>
        </p:grpSpPr>
        <p:grpSp>
          <p:nvGrpSpPr>
            <p:cNvPr id="956" name="Google Shape;956;p34"/>
            <p:cNvGrpSpPr/>
            <p:nvPr/>
          </p:nvGrpSpPr>
          <p:grpSpPr>
            <a:xfrm>
              <a:off x="6825066" y="1894787"/>
              <a:ext cx="1772180" cy="1373228"/>
              <a:chOff x="245157" y="3846136"/>
              <a:chExt cx="1772180" cy="1373228"/>
            </a:xfrm>
          </p:grpSpPr>
          <p:grpSp>
            <p:nvGrpSpPr>
              <p:cNvPr id="957" name="Google Shape;957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58" name="Google Shape;958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59" name="Google Shape;959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60" name="Google Shape;960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34"/>
              <p:cNvSpPr/>
              <p:nvPr/>
            </p:nvSpPr>
            <p:spPr>
              <a:xfrm>
                <a:off x="245157" y="4850032"/>
                <a:ext cx="474809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2" name="Google Shape;962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7337818" y="2975670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4" name="Google Shape;964;p34"/>
            <p:cNvCxnSpPr/>
            <p:nvPr/>
          </p:nvCxnSpPr>
          <p:spPr>
            <a:xfrm flipH="1">
              <a:off x="6917703" y="2942709"/>
              <a:ext cx="607491" cy="6096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65" name="Google Shape;965;p34"/>
            <p:cNvSpPr/>
            <p:nvPr/>
          </p:nvSpPr>
          <p:spPr>
            <a:xfrm>
              <a:off x="7411100" y="2193246"/>
              <a:ext cx="474809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6" name="Google Shape;966;p34"/>
          <p:cNvGrpSpPr/>
          <p:nvPr/>
        </p:nvGrpSpPr>
        <p:grpSpPr>
          <a:xfrm>
            <a:off x="5546163" y="4103802"/>
            <a:ext cx="1772180" cy="1657547"/>
            <a:chOff x="6825066" y="1894787"/>
            <a:chExt cx="1772180" cy="1657547"/>
          </a:xfrm>
        </p:grpSpPr>
        <p:grpSp>
          <p:nvGrpSpPr>
            <p:cNvPr id="967" name="Google Shape;967;p34"/>
            <p:cNvGrpSpPr/>
            <p:nvPr/>
          </p:nvGrpSpPr>
          <p:grpSpPr>
            <a:xfrm>
              <a:off x="6825066" y="1894787"/>
              <a:ext cx="1772180" cy="1373228"/>
              <a:chOff x="245157" y="3846136"/>
              <a:chExt cx="1772180" cy="1373228"/>
            </a:xfrm>
          </p:grpSpPr>
          <p:grpSp>
            <p:nvGrpSpPr>
              <p:cNvPr id="968" name="Google Shape;968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69" name="Google Shape;969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70" name="Google Shape;970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71" name="Google Shape;971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34"/>
              <p:cNvSpPr/>
              <p:nvPr/>
            </p:nvSpPr>
            <p:spPr>
              <a:xfrm>
                <a:off x="245157" y="4850032"/>
                <a:ext cx="474809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" name="Google Shape;973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7337818" y="2975670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5" name="Google Shape;975;p34"/>
            <p:cNvCxnSpPr/>
            <p:nvPr/>
          </p:nvCxnSpPr>
          <p:spPr>
            <a:xfrm flipH="1">
              <a:off x="6917703" y="2942709"/>
              <a:ext cx="607491" cy="6096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76" name="Google Shape;976;p34"/>
            <p:cNvSpPr/>
            <p:nvPr/>
          </p:nvSpPr>
          <p:spPr>
            <a:xfrm>
              <a:off x="7411100" y="2193246"/>
              <a:ext cx="474809" cy="369332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7" name="Google Shape;977;p34"/>
          <p:cNvGrpSpPr/>
          <p:nvPr/>
        </p:nvGrpSpPr>
        <p:grpSpPr>
          <a:xfrm>
            <a:off x="8949239" y="4198070"/>
            <a:ext cx="1772180" cy="1657547"/>
            <a:chOff x="6825066" y="1894787"/>
            <a:chExt cx="1772180" cy="1657547"/>
          </a:xfrm>
        </p:grpSpPr>
        <p:grpSp>
          <p:nvGrpSpPr>
            <p:cNvPr id="978" name="Google Shape;978;p34"/>
            <p:cNvGrpSpPr/>
            <p:nvPr/>
          </p:nvGrpSpPr>
          <p:grpSpPr>
            <a:xfrm>
              <a:off x="6825066" y="1894787"/>
              <a:ext cx="1772180" cy="1373228"/>
              <a:chOff x="245157" y="3846136"/>
              <a:chExt cx="1772180" cy="1373228"/>
            </a:xfrm>
          </p:grpSpPr>
          <p:grpSp>
            <p:nvGrpSpPr>
              <p:cNvPr id="979" name="Google Shape;979;p34"/>
              <p:cNvGrpSpPr/>
              <p:nvPr/>
            </p:nvGrpSpPr>
            <p:grpSpPr>
              <a:xfrm>
                <a:off x="914401" y="3846136"/>
                <a:ext cx="1102936" cy="1093509"/>
                <a:chOff x="914401" y="3846136"/>
                <a:chExt cx="1102936" cy="1093509"/>
              </a:xfrm>
            </p:grpSpPr>
            <p:cxnSp>
              <p:nvCxnSpPr>
                <p:cNvPr id="980" name="Google Shape;980;p3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981" name="Google Shape;981;p3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982" name="Google Shape;982;p34"/>
              <p:cNvSpPr/>
              <p:nvPr/>
            </p:nvSpPr>
            <p:spPr>
              <a:xfrm>
                <a:off x="1495779" y="4846890"/>
                <a:ext cx="489236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34"/>
              <p:cNvSpPr/>
              <p:nvPr/>
            </p:nvSpPr>
            <p:spPr>
              <a:xfrm>
                <a:off x="245157" y="4850032"/>
                <a:ext cx="474809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" name="Google Shape;984;p34"/>
            <p:cNvSpPr/>
            <p:nvPr/>
          </p:nvSpPr>
          <p:spPr>
            <a:xfrm rot="2322417">
              <a:off x="7480156" y="290849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7337818" y="2975670"/>
              <a:ext cx="8125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Joint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6" name="Google Shape;986;p34"/>
            <p:cNvCxnSpPr/>
            <p:nvPr/>
          </p:nvCxnSpPr>
          <p:spPr>
            <a:xfrm flipH="1">
              <a:off x="6917703" y="2942709"/>
              <a:ext cx="607491" cy="6096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87" name="Google Shape;987;p34"/>
            <p:cNvSpPr/>
            <p:nvPr/>
          </p:nvSpPr>
          <p:spPr>
            <a:xfrm>
              <a:off x="7411100" y="2193246"/>
              <a:ext cx="474809" cy="369332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" name="Google Shape;988;p34"/>
          <p:cNvSpPr/>
          <p:nvPr/>
        </p:nvSpPr>
        <p:spPr>
          <a:xfrm>
            <a:off x="782820" y="4505274"/>
            <a:ext cx="383438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calculation for two points</a:t>
            </a:r>
            <a:endParaRPr/>
          </a:p>
        </p:txBody>
      </p:sp>
      <p:sp>
        <p:nvSpPr>
          <p:cNvPr id="994" name="Google Shape;994;p35"/>
          <p:cNvSpPr txBox="1"/>
          <p:nvPr>
            <p:ph idx="1" type="body"/>
          </p:nvPr>
        </p:nvSpPr>
        <p:spPr>
          <a:xfrm>
            <a:off x="404567" y="1825625"/>
            <a:ext cx="5025272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6" l="-2179" r="-14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995" name="Google Shape;995;p35"/>
          <p:cNvSpPr txBox="1"/>
          <p:nvPr>
            <p:ph idx="2" type="body"/>
          </p:nvPr>
        </p:nvSpPr>
        <p:spPr>
          <a:xfrm>
            <a:off x="5524107" y="1825625"/>
            <a:ext cx="5829693" cy="46115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78" r="-934" t="-2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Transform arm to find DH parameters </a:t>
            </a:r>
            <a:endParaRPr/>
          </a:p>
        </p:txBody>
      </p:sp>
      <p:grpSp>
        <p:nvGrpSpPr>
          <p:cNvPr id="1001" name="Google Shape;1001;p36"/>
          <p:cNvGrpSpPr/>
          <p:nvPr/>
        </p:nvGrpSpPr>
        <p:grpSpPr>
          <a:xfrm>
            <a:off x="459949" y="3315932"/>
            <a:ext cx="1016949" cy="1024872"/>
            <a:chOff x="3042303" y="4144710"/>
            <a:chExt cx="1016949" cy="1024872"/>
          </a:xfrm>
        </p:grpSpPr>
        <p:sp>
          <p:nvSpPr>
            <p:cNvPr id="1002" name="Google Shape;1002;p3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4" name="Google Shape;1004;p36"/>
          <p:cNvGrpSpPr/>
          <p:nvPr/>
        </p:nvGrpSpPr>
        <p:grpSpPr>
          <a:xfrm rot="3854512">
            <a:off x="2146627" y="1688602"/>
            <a:ext cx="1543376" cy="1287625"/>
            <a:chOff x="3550777" y="2949437"/>
            <a:chExt cx="1543376" cy="1287625"/>
          </a:xfrm>
        </p:grpSpPr>
        <p:sp>
          <p:nvSpPr>
            <p:cNvPr id="1005" name="Google Shape;1005;p3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8" name="Google Shape;1008;p36"/>
          <p:cNvSpPr txBox="1"/>
          <p:nvPr/>
        </p:nvSpPr>
        <p:spPr>
          <a:xfrm>
            <a:off x="6221689" y="829558"/>
            <a:ext cx="5311219" cy="343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09" name="Google Shape;1009;p36"/>
          <p:cNvSpPr/>
          <p:nvPr/>
        </p:nvSpPr>
        <p:spPr>
          <a:xfrm>
            <a:off x="2767931" y="1963082"/>
            <a:ext cx="756938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5" l="0" r="-6448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6"/>
          <p:cNvSpPr/>
          <p:nvPr/>
        </p:nvSpPr>
        <p:spPr>
          <a:xfrm>
            <a:off x="1027970" y="2240927"/>
            <a:ext cx="75693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58" l="0" r="-5641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1" name="Google Shape;1011;p36"/>
          <p:cNvGrpSpPr/>
          <p:nvPr/>
        </p:nvGrpSpPr>
        <p:grpSpPr>
          <a:xfrm rot="-877931">
            <a:off x="788981" y="2044262"/>
            <a:ext cx="1543376" cy="1287625"/>
            <a:chOff x="3550777" y="2949437"/>
            <a:chExt cx="1543376" cy="1287625"/>
          </a:xfrm>
        </p:grpSpPr>
        <p:sp>
          <p:nvSpPr>
            <p:cNvPr id="1012" name="Google Shape;1012;p36"/>
            <p:cNvSpPr/>
            <p:nvPr/>
          </p:nvSpPr>
          <p:spPr>
            <a:xfrm rot="-2359497">
              <a:off x="3362345" y="3547529"/>
              <a:ext cx="1920240" cy="91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4978849" y="2965197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3569149" y="4117722"/>
              <a:ext cx="91440" cy="9144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5" name="Google Shape;1015;p36"/>
          <p:cNvSpPr/>
          <p:nvPr/>
        </p:nvSpPr>
        <p:spPr>
          <a:xfrm rot="1883024">
            <a:off x="756599" y="3074493"/>
            <a:ext cx="594885" cy="472249"/>
          </a:xfrm>
          <a:prstGeom prst="arc">
            <a:avLst>
              <a:gd fmla="val 12026981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6"/>
          <p:cNvSpPr/>
          <p:nvPr/>
        </p:nvSpPr>
        <p:spPr>
          <a:xfrm>
            <a:off x="1198929" y="3012614"/>
            <a:ext cx="76976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5" l="0" r="-5549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6"/>
          <p:cNvSpPr/>
          <p:nvPr/>
        </p:nvSpPr>
        <p:spPr>
          <a:xfrm>
            <a:off x="1805785" y="1340350"/>
            <a:ext cx="76976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58" l="0" r="-6344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6"/>
          <p:cNvSpPr/>
          <p:nvPr/>
        </p:nvSpPr>
        <p:spPr>
          <a:xfrm rot="1883024">
            <a:off x="1901316" y="1770994"/>
            <a:ext cx="594885" cy="472249"/>
          </a:xfrm>
          <a:prstGeom prst="arc">
            <a:avLst>
              <a:gd fmla="val 12026981" name="adj1"/>
              <a:gd fmla="val 640877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6"/>
          <p:cNvSpPr/>
          <p:nvPr/>
        </p:nvSpPr>
        <p:spPr>
          <a:xfrm>
            <a:off x="8098746" y="1732184"/>
            <a:ext cx="1489435" cy="120032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51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6"/>
          <p:cNvSpPr/>
          <p:nvPr/>
        </p:nvSpPr>
        <p:spPr>
          <a:xfrm>
            <a:off x="6454444" y="1644312"/>
            <a:ext cx="1432874" cy="156966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1" name="Google Shape;1021;p36"/>
          <p:cNvGrpSpPr/>
          <p:nvPr/>
        </p:nvGrpSpPr>
        <p:grpSpPr>
          <a:xfrm>
            <a:off x="4764967" y="3992309"/>
            <a:ext cx="1016949" cy="1024872"/>
            <a:chOff x="3042303" y="4144710"/>
            <a:chExt cx="1016949" cy="1024872"/>
          </a:xfrm>
        </p:grpSpPr>
        <p:sp>
          <p:nvSpPr>
            <p:cNvPr id="1022" name="Google Shape;1022;p3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4" name="Google Shape;1024;p36"/>
          <p:cNvGrpSpPr/>
          <p:nvPr/>
        </p:nvGrpSpPr>
        <p:grpSpPr>
          <a:xfrm>
            <a:off x="7023377" y="2976823"/>
            <a:ext cx="2672971" cy="2126095"/>
            <a:chOff x="3583492" y="3194537"/>
            <a:chExt cx="2672971" cy="2126095"/>
          </a:xfrm>
        </p:grpSpPr>
        <p:grpSp>
          <p:nvGrpSpPr>
            <p:cNvPr id="1025" name="Google Shape;1025;p36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026" name="Google Shape;1026;p3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3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9" name="Google Shape;1029;p36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24585" l="0" r="-5641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6"/>
            <p:cNvSpPr/>
            <p:nvPr/>
          </p:nvSpPr>
          <p:spPr>
            <a:xfrm rot="-2125726">
              <a:off x="3578698" y="3606939"/>
              <a:ext cx="1540806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5368" t="-405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1" name="Google Shape;1031;p36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032" name="Google Shape;1032;p3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033" name="Google Shape;1033;p3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34" name="Google Shape;1034;p3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35" name="Google Shape;1035;p3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3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37" name="Google Shape;1037;p3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038" name="Google Shape;1038;p3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39" name="Google Shape;1039;p36"/>
          <p:cNvSpPr/>
          <p:nvPr/>
        </p:nvSpPr>
        <p:spPr>
          <a:xfrm rot="2346003">
            <a:off x="5248941" y="4915013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6"/>
          <p:cNvSpPr/>
          <p:nvPr/>
        </p:nvSpPr>
        <p:spPr>
          <a:xfrm rot="2346003">
            <a:off x="5239510" y="4038316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1" name="Google Shape;1041;p36"/>
          <p:cNvGrpSpPr/>
          <p:nvPr/>
        </p:nvGrpSpPr>
        <p:grpSpPr>
          <a:xfrm>
            <a:off x="5196926" y="3121693"/>
            <a:ext cx="2687902" cy="1972627"/>
            <a:chOff x="1757041" y="3372064"/>
            <a:chExt cx="2687902" cy="1972627"/>
          </a:xfrm>
        </p:grpSpPr>
        <p:grpSp>
          <p:nvGrpSpPr>
            <p:cNvPr id="1042" name="Google Shape;1042;p36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043" name="Google Shape;1043;p3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044" name="Google Shape;1044;p3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45" name="Google Shape;1045;p3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46" name="Google Shape;1046;p3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3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3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49" name="Google Shape;1049;p3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50" name="Google Shape;1050;p36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051" name="Google Shape;1051;p3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3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3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4" name="Google Shape;1054;p36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26658" l="0" r="-55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-24585" l="0" r="-5549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6" name="Google Shape;1056;p36"/>
          <p:cNvGrpSpPr/>
          <p:nvPr/>
        </p:nvGrpSpPr>
        <p:grpSpPr>
          <a:xfrm>
            <a:off x="4412865" y="3476133"/>
            <a:ext cx="1855063" cy="1744240"/>
            <a:chOff x="972980" y="3726505"/>
            <a:chExt cx="1855063" cy="1744240"/>
          </a:xfrm>
        </p:grpSpPr>
        <p:grpSp>
          <p:nvGrpSpPr>
            <p:cNvPr id="1057" name="Google Shape;1057;p36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058" name="Google Shape;1058;p36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9" name="Google Shape;1059;p36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060" name="Google Shape;1060;p36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9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1" name="Google Shape;1061;p36"/>
                <p:cNvSpPr/>
                <p:nvPr/>
              </p:nvSpPr>
              <p:spPr>
                <a:xfrm>
                  <a:off x="1432935" y="3539707"/>
                  <a:ext cx="474809" cy="369332"/>
                </a:xfrm>
                <a:prstGeom prst="rect">
                  <a:avLst/>
                </a:prstGeom>
                <a:blipFill rotWithShape="1">
                  <a:blip r:embed="rId20">
                    <a:alphaModFix/>
                  </a:blip>
                  <a:stretch>
                    <a:fillRect b="-30427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2" name="Google Shape;1062;p36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063" name="Google Shape;1063;p36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064" name="Google Shape;1064;p36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065" name="Google Shape;1065;p36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066" name="Google Shape;1066;p36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067" name="Google Shape;1067;p36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21">
                      <a:alphaModFix/>
                    </a:blip>
                    <a:stretch>
                      <a:fillRect b="-33328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68" name="Google Shape;1068;p36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 b="-24585" l="0" r="-7202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36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b="-24583" l="0" r="-5549" t="-983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0" name="Google Shape;1070;p36"/>
            <p:cNvGrpSpPr/>
            <p:nvPr/>
          </p:nvGrpSpPr>
          <p:grpSpPr>
            <a:xfrm>
              <a:off x="1406227" y="3726505"/>
              <a:ext cx="1170642" cy="1152841"/>
              <a:chOff x="1396796" y="3695308"/>
              <a:chExt cx="1170642" cy="1152841"/>
            </a:xfrm>
          </p:grpSpPr>
          <p:grpSp>
            <p:nvGrpSpPr>
              <p:cNvPr id="1071" name="Google Shape;1071;p36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072" name="Google Shape;1072;p3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73" name="Google Shape;1073;p3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74" name="Google Shape;1074;p36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24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36"/>
              <p:cNvSpPr/>
              <p:nvPr/>
            </p:nvSpPr>
            <p:spPr>
              <a:xfrm>
                <a:off x="1498919" y="4478817"/>
                <a:ext cx="527843" cy="369332"/>
              </a:xfrm>
              <a:prstGeom prst="rect">
                <a:avLst/>
              </a:prstGeom>
              <a:blipFill rotWithShape="1">
                <a:blip r:embed="rId2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76" name="Google Shape;1076;p36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077" name="Google Shape;1077;p36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78" name="Google Shape;1078;p36"/>
          <p:cNvSpPr/>
          <p:nvPr/>
        </p:nvSpPr>
        <p:spPr>
          <a:xfrm rot="10800000">
            <a:off x="507866" y="4169801"/>
            <a:ext cx="975584" cy="229074"/>
          </a:xfrm>
          <a:prstGeom prst="arc">
            <a:avLst>
              <a:gd fmla="val 1935885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6"/>
          <p:cNvSpPr/>
          <p:nvPr/>
        </p:nvSpPr>
        <p:spPr>
          <a:xfrm>
            <a:off x="134779" y="3758762"/>
            <a:ext cx="679994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26658" l="0" r="-7137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6"/>
          <p:cNvSpPr/>
          <p:nvPr/>
        </p:nvSpPr>
        <p:spPr>
          <a:xfrm>
            <a:off x="967715" y="3805197"/>
            <a:ext cx="769763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24585" l="0" r="-5549" t="-81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1186543" y="53290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 are 4 frames in this arm</a:t>
            </a:r>
            <a:endParaRPr b="0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6"/>
          <p:cNvSpPr/>
          <p:nvPr/>
        </p:nvSpPr>
        <p:spPr>
          <a:xfrm>
            <a:off x="4539343" y="4278086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6"/>
          <p:cNvSpPr/>
          <p:nvPr/>
        </p:nvSpPr>
        <p:spPr>
          <a:xfrm>
            <a:off x="4397829" y="3505200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6"/>
          <p:cNvSpPr/>
          <p:nvPr/>
        </p:nvSpPr>
        <p:spPr>
          <a:xfrm>
            <a:off x="6270172" y="3505199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6"/>
          <p:cNvSpPr/>
          <p:nvPr/>
        </p:nvSpPr>
        <p:spPr>
          <a:xfrm>
            <a:off x="8262258" y="3581400"/>
            <a:ext cx="1807028" cy="101237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DH parameters</a:t>
            </a:r>
            <a:endParaRPr/>
          </a:p>
        </p:txBody>
      </p:sp>
      <p:grpSp>
        <p:nvGrpSpPr>
          <p:cNvPr id="1091" name="Google Shape;1091;p37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092" name="Google Shape;1092;p3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094" name="Google Shape;1094;p37"/>
          <p:cNvGraphicFramePr/>
          <p:nvPr/>
        </p:nvGraphicFramePr>
        <p:xfrm>
          <a:off x="7459409" y="1757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0-85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95" name="Google Shape;1095;p37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096" name="Google Shape;1096;p37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097" name="Google Shape;1097;p3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3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3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0" name="Google Shape;1100;p37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5" l="0" r="-644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8" l="0" r="-57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2" name="Google Shape;1102;p37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103" name="Google Shape;1103;p3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04" name="Google Shape;1104;p3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05" name="Google Shape;1105;p3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06" name="Google Shape;1106;p3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08" name="Google Shape;1108;p3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9" name="Google Shape;1109;p3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10" name="Google Shape;1110;p37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7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2" name="Google Shape;1112;p37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113" name="Google Shape;1113;p37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114" name="Google Shape;1114;p3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15" name="Google Shape;1115;p3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16" name="Google Shape;1116;p3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17" name="Google Shape;1117;p3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3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3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20" name="Google Shape;1120;p3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121" name="Google Shape;1121;p37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122" name="Google Shape;1122;p3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5" name="Google Shape;1125;p37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7" name="Google Shape;1127;p37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128" name="Google Shape;1128;p37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129" name="Google Shape;1129;p37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30" name="Google Shape;1130;p37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131" name="Google Shape;1131;p37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2" name="Google Shape;1132;p37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3" name="Google Shape;1133;p37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134" name="Google Shape;1134;p37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135" name="Google Shape;1135;p37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136" name="Google Shape;1136;p37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137" name="Google Shape;1137;p37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138" name="Google Shape;1138;p37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39" name="Google Shape;1139;p37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1" name="Google Shape;1141;p37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142" name="Google Shape;1142;p37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43" name="Google Shape;1143;p3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44" name="Google Shape;1144;p3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45" name="Google Shape;1145;p37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7" name="Google Shape;1147;p37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48" name="Google Shape;1148;p37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49" name="Google Shape;1149;p37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155" name="Google Shape;1155;p38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156" name="Google Shape;1156;p38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58" name="Google Shape;1158;p38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59" name="Google Shape;1159;p38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8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1" name="Google Shape;1161;p38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162" name="Google Shape;1162;p38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163" name="Google Shape;1163;p38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64" name="Google Shape;1164;p38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165" name="Google Shape;1165;p38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6" name="Google Shape;1166;p38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7" name="Google Shape;1167;p38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168" name="Google Shape;1168;p38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169" name="Google Shape;1169;p38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170" name="Google Shape;1170;p38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171" name="Google Shape;1171;p38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172" name="Google Shape;1172;p38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73" name="Google Shape;1173;p38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38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5" name="Google Shape;1175;p38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176" name="Google Shape;1176;p38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177" name="Google Shape;1177;p3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178" name="Google Shape;1178;p3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179" name="Google Shape;1179;p38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38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81" name="Google Shape;1181;p38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82" name="Google Shape;1182;p38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83" name="Google Shape;1183;p38"/>
          <p:cNvSpPr/>
          <p:nvPr/>
        </p:nvSpPr>
        <p:spPr>
          <a:xfrm>
            <a:off x="6302829" y="1748135"/>
            <a:ext cx="5791200" cy="156966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8166" l="-1681" r="-2417" t="-310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8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190" name="Google Shape;1190;p39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191" name="Google Shape;1191;p3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93" name="Google Shape;1193;p39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94" name="Google Shape;1194;p39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9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6" name="Google Shape;1196;p39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197" name="Google Shape;1197;p39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198" name="Google Shape;1198;p39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9" name="Google Shape;1199;p39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200" name="Google Shape;1200;p39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39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02" name="Google Shape;1202;p39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203" name="Google Shape;1203;p39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204" name="Google Shape;1204;p39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205" name="Google Shape;1205;p39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206" name="Google Shape;1206;p39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207" name="Google Shape;1207;p39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08" name="Google Shape;1208;p39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39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0" name="Google Shape;1210;p39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211" name="Google Shape;1211;p39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212" name="Google Shape;1212;p3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213" name="Google Shape;1213;p3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214" name="Google Shape;1214;p39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39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16" name="Google Shape;1216;p39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217" name="Google Shape;1217;p39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18" name="Google Shape;1218;p39"/>
          <p:cNvSpPr/>
          <p:nvPr/>
        </p:nvSpPr>
        <p:spPr>
          <a:xfrm>
            <a:off x="6291944" y="1867877"/>
            <a:ext cx="5791200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655" l="-1575" r="0" t="-40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39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225" name="Google Shape;1225;p40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226" name="Google Shape;1226;p40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0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28" name="Google Shape;1228;p40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29" name="Google Shape;1229;p40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0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1" name="Google Shape;1231;p40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232" name="Google Shape;1232;p40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233" name="Google Shape;1233;p40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40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235" name="Google Shape;1235;p40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6" name="Google Shape;1236;p40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37" name="Google Shape;1237;p40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238" name="Google Shape;1238;p40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239" name="Google Shape;1239;p40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240" name="Google Shape;1240;p40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241" name="Google Shape;1241;p40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242" name="Google Shape;1242;p40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43" name="Google Shape;1243;p40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40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5" name="Google Shape;1245;p40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246" name="Google Shape;1246;p40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247" name="Google Shape;1247;p40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248" name="Google Shape;1248;p40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249" name="Google Shape;1249;p40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40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51" name="Google Shape;1251;p40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252" name="Google Shape;1252;p40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3" name="Google Shape;1253;p40"/>
          <p:cNvSpPr/>
          <p:nvPr/>
        </p:nvSpPr>
        <p:spPr>
          <a:xfrm>
            <a:off x="5987142" y="1864866"/>
            <a:ext cx="6096000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655" l="-1497" r="0" t="-40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0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first Joint</a:t>
            </a:r>
            <a:endParaRPr/>
          </a:p>
        </p:txBody>
      </p:sp>
      <p:grpSp>
        <p:nvGrpSpPr>
          <p:cNvPr id="1260" name="Google Shape;1260;p41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261" name="Google Shape;1261;p41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41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63" name="Google Shape;1263;p41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64" name="Google Shape;1264;p41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1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6" name="Google Shape;1266;p41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267" name="Google Shape;1267;p41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268" name="Google Shape;1268;p41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9" name="Google Shape;1269;p41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270" name="Google Shape;1270;p41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1" name="Google Shape;1271;p41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72" name="Google Shape;1272;p41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273" name="Google Shape;1273;p41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274" name="Google Shape;1274;p41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275" name="Google Shape;1275;p41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276" name="Google Shape;1276;p41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277" name="Google Shape;1277;p41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78" name="Google Shape;1278;p41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41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0" name="Google Shape;1280;p41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281" name="Google Shape;1281;p41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282" name="Google Shape;1282;p41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283" name="Google Shape;1283;p41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284" name="Google Shape;1284;p41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41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86" name="Google Shape;1286;p41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287" name="Google Shape;1287;p41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8" name="Google Shape;1288;p41"/>
          <p:cNvSpPr/>
          <p:nvPr/>
        </p:nvSpPr>
        <p:spPr>
          <a:xfrm>
            <a:off x="5943600" y="1758781"/>
            <a:ext cx="6096000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1219" l="-1497" r="0" t="-40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1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295" name="Google Shape;1295;p42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296" name="Google Shape;1296;p42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98" name="Google Shape;1298;p42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99" name="Google Shape;1299;p42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2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1" name="Google Shape;1301;p42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302" name="Google Shape;1302;p42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303" name="Google Shape;1303;p42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04" name="Google Shape;1304;p42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05" name="Google Shape;1305;p42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06" name="Google Shape;1306;p42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09" name="Google Shape;1309;p42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310" name="Google Shape;1310;p42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311" name="Google Shape;1311;p42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4" name="Google Shape;1314;p42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42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6" name="Google Shape;1316;p42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317" name="Google Shape;1317;p42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318" name="Google Shape;1318;p42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19" name="Google Shape;1319;p42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320" name="Google Shape;1320;p42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1" name="Google Shape;1321;p42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22" name="Google Shape;1322;p42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323" name="Google Shape;1323;p42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324" name="Google Shape;1324;p42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325" name="Google Shape;1325;p42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326" name="Google Shape;1326;p42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327" name="Google Shape;1327;p42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28" name="Google Shape;1328;p42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42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42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331" name="Google Shape;1331;p42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32" name="Google Shape;1332;p42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33" name="Google Shape;1333;p42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34" name="Google Shape;1334;p42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42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36" name="Google Shape;1336;p42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337" name="Google Shape;1337;p42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8" name="Google Shape;1338;p42"/>
          <p:cNvSpPr/>
          <p:nvPr/>
        </p:nvSpPr>
        <p:spPr>
          <a:xfrm>
            <a:off x="6281058" y="1693706"/>
            <a:ext cx="5791200" cy="156966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8166" l="-1576" r="-2521" t="-310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42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345" name="Google Shape;1345;p43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346" name="Google Shape;1346;p43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43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48" name="Google Shape;1348;p43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49" name="Google Shape;1349;p43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3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1" name="Google Shape;1351;p43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352" name="Google Shape;1352;p43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353" name="Google Shape;1353;p43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54" name="Google Shape;1354;p43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55" name="Google Shape;1355;p43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56" name="Google Shape;1356;p43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43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43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59" name="Google Shape;1359;p43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360" name="Google Shape;1360;p43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361" name="Google Shape;1361;p43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43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43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4" name="Google Shape;1364;p43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43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6" name="Google Shape;1366;p43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367" name="Google Shape;1367;p43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368" name="Google Shape;1368;p43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69" name="Google Shape;1369;p43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370" name="Google Shape;1370;p43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1" name="Google Shape;1371;p43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72" name="Google Shape;1372;p43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373" name="Google Shape;1373;p43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374" name="Google Shape;1374;p43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375" name="Google Shape;1375;p43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376" name="Google Shape;1376;p43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377" name="Google Shape;1377;p43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78" name="Google Shape;1378;p43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43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0" name="Google Shape;1380;p43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381" name="Google Shape;1381;p43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382" name="Google Shape;1382;p43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83" name="Google Shape;1383;p43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84" name="Google Shape;1384;p43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43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86" name="Google Shape;1386;p43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387" name="Google Shape;1387;p43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8" name="Google Shape;1388;p43"/>
          <p:cNvSpPr/>
          <p:nvPr/>
        </p:nvSpPr>
        <p:spPr>
          <a:xfrm>
            <a:off x="6281058" y="1846107"/>
            <a:ext cx="5791200" cy="83099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16168" l="-1575" r="0" t="-58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3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395" name="Google Shape;1395;p44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396" name="Google Shape;1396;p44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44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98" name="Google Shape;1398;p44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9" name="Google Shape;1399;p44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4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1" name="Google Shape;1401;p44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402" name="Google Shape;1402;p44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403" name="Google Shape;1403;p44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04" name="Google Shape;1404;p4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05" name="Google Shape;1405;p4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06" name="Google Shape;1406;p44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44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44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09" name="Google Shape;1409;p44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410" name="Google Shape;1410;p44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411" name="Google Shape;1411;p44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44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44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4" name="Google Shape;1414;p44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44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6" name="Google Shape;1416;p44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417" name="Google Shape;1417;p44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418" name="Google Shape;1418;p44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19" name="Google Shape;1419;p44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420" name="Google Shape;1420;p44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1" name="Google Shape;1421;p44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22" name="Google Shape;1422;p44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423" name="Google Shape;1423;p44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424" name="Google Shape;1424;p44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425" name="Google Shape;1425;p44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426" name="Google Shape;1426;p44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427" name="Google Shape;1427;p44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28" name="Google Shape;1428;p44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44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0" name="Google Shape;1430;p44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431" name="Google Shape;1431;p44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32" name="Google Shape;1432;p44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33" name="Google Shape;1433;p44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34" name="Google Shape;1434;p44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44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36" name="Google Shape;1436;p44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437" name="Google Shape;1437;p44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38" name="Google Shape;1438;p44"/>
          <p:cNvSpPr/>
          <p:nvPr/>
        </p:nvSpPr>
        <p:spPr>
          <a:xfrm>
            <a:off x="6019800" y="1897519"/>
            <a:ext cx="6096000" cy="1183273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4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second Joint</a:t>
            </a:r>
            <a:endParaRPr/>
          </a:p>
        </p:txBody>
      </p:sp>
      <p:grpSp>
        <p:nvGrpSpPr>
          <p:cNvPr id="1445" name="Google Shape;1445;p45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446" name="Google Shape;1446;p4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4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448" name="Google Shape;1448;p45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49" name="Google Shape;1449;p45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5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1" name="Google Shape;1451;p45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452" name="Google Shape;1452;p45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453" name="Google Shape;1453;p45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54" name="Google Shape;1454;p4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55" name="Google Shape;1455;p4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56" name="Google Shape;1456;p45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45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45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59" name="Google Shape;1459;p45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460" name="Google Shape;1460;p45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461" name="Google Shape;1461;p45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45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45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4" name="Google Shape;1464;p45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45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6" name="Google Shape;1466;p45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467" name="Google Shape;1467;p45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468" name="Google Shape;1468;p45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9" name="Google Shape;1469;p45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470" name="Google Shape;1470;p45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8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1" name="Google Shape;1471;p45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9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72" name="Google Shape;1472;p45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473" name="Google Shape;1473;p45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474" name="Google Shape;1474;p45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475" name="Google Shape;1475;p45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476" name="Google Shape;1476;p45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477" name="Google Shape;1477;p45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0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78" name="Google Shape;1478;p45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45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0" name="Google Shape;1480;p45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481" name="Google Shape;1481;p45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482" name="Google Shape;1482;p4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483" name="Google Shape;1483;p4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484" name="Google Shape;1484;p45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45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86" name="Google Shape;1486;p45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487" name="Google Shape;1487;p45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8" name="Google Shape;1488;p45"/>
          <p:cNvSpPr/>
          <p:nvPr/>
        </p:nvSpPr>
        <p:spPr>
          <a:xfrm>
            <a:off x="5921832" y="1911809"/>
            <a:ext cx="6096000" cy="120032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10655" l="-1497" r="0" t="-40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45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495" name="Google Shape;1495;p46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496" name="Google Shape;1496;p46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46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498" name="Google Shape;1498;p46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0-85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499" name="Google Shape;1499;p46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500" name="Google Shape;1500;p46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501" name="Google Shape;1501;p4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4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4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4" name="Google Shape;1504;p46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5" l="0" r="-644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46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8" l="0" r="-57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6" name="Google Shape;1506;p46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507" name="Google Shape;1507;p4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08" name="Google Shape;1508;p4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09" name="Google Shape;1509;p4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10" name="Google Shape;1510;p4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4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12" name="Google Shape;1512;p4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3" name="Google Shape;1513;p4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14" name="Google Shape;1514;p46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46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6" name="Google Shape;1516;p46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517" name="Google Shape;1517;p46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518" name="Google Shape;1518;p46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19" name="Google Shape;1519;p4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20" name="Google Shape;1520;p4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21" name="Google Shape;1521;p46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46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46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24" name="Google Shape;1524;p46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25" name="Google Shape;1525;p46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526" name="Google Shape;1526;p46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46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46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9" name="Google Shape;1529;p46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46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1" name="Google Shape;1531;p46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532" name="Google Shape;1532;p46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533" name="Google Shape;1533;p46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4" name="Google Shape;1534;p46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535" name="Google Shape;1535;p46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6" name="Google Shape;1536;p46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37" name="Google Shape;1537;p46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538" name="Google Shape;1538;p46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539" name="Google Shape;1539;p46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540" name="Google Shape;1540;p46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541" name="Google Shape;1541;p46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542" name="Google Shape;1542;p46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43" name="Google Shape;1543;p46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46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5" name="Google Shape;1545;p46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546" name="Google Shape;1546;p46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47" name="Google Shape;1547;p46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48" name="Google Shape;1548;p46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49" name="Google Shape;1549;p46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46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51" name="Google Shape;1551;p46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52" name="Google Shape;1552;p46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53" name="Google Shape;1553;p46"/>
          <p:cNvSpPr/>
          <p:nvPr/>
        </p:nvSpPr>
        <p:spPr>
          <a:xfrm>
            <a:off x="6117771" y="1759020"/>
            <a:ext cx="5943601" cy="156966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8166" l="-1637" r="-1737" t="-310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46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560" name="Google Shape;1560;p47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561" name="Google Shape;1561;p47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47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563" name="Google Shape;1563;p47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0-85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564" name="Google Shape;1564;p47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565" name="Google Shape;1565;p47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566" name="Google Shape;1566;p4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4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4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9" name="Google Shape;1569;p47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5" l="0" r="-644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7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8" l="0" r="-57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1" name="Google Shape;1571;p47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572" name="Google Shape;1572;p4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73" name="Google Shape;1573;p4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74" name="Google Shape;1574;p4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75" name="Google Shape;1575;p4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4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77" name="Google Shape;1577;p4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78" name="Google Shape;1578;p4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79" name="Google Shape;1579;p47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47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1" name="Google Shape;1581;p47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582" name="Google Shape;1582;p47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583" name="Google Shape;1583;p47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584" name="Google Shape;1584;p4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85" name="Google Shape;1585;p4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86" name="Google Shape;1586;p47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47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47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89" name="Google Shape;1589;p47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90" name="Google Shape;1590;p47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591" name="Google Shape;1591;p47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47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47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4" name="Google Shape;1594;p47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47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6" name="Google Shape;1596;p47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597" name="Google Shape;1597;p47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598" name="Google Shape;1598;p47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99" name="Google Shape;1599;p47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600" name="Google Shape;1600;p47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1" name="Google Shape;1601;p47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02" name="Google Shape;1602;p47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603" name="Google Shape;1603;p47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604" name="Google Shape;1604;p47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605" name="Google Shape;1605;p47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606" name="Google Shape;1606;p47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607" name="Google Shape;1607;p47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608" name="Google Shape;1608;p47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47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0" name="Google Shape;1610;p47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611" name="Google Shape;1611;p47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12" name="Google Shape;1612;p47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13" name="Google Shape;1613;p47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14" name="Google Shape;1614;p47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47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16" name="Google Shape;1616;p47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17" name="Google Shape;1617;p47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18" name="Google Shape;1618;p47"/>
          <p:cNvSpPr/>
          <p:nvPr/>
        </p:nvSpPr>
        <p:spPr>
          <a:xfrm>
            <a:off x="6291942" y="1911422"/>
            <a:ext cx="5791200" cy="120032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11219" l="-1576" r="-1469" t="-40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47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625" name="Google Shape;1625;p48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626" name="Google Shape;1626;p48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48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628" name="Google Shape;1628;p48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0-85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29" name="Google Shape;1629;p48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630" name="Google Shape;1630;p48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631" name="Google Shape;1631;p48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48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48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4" name="Google Shape;1634;p48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5" l="0" r="-644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48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8" l="0" r="-57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6" name="Google Shape;1636;p48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637" name="Google Shape;1637;p48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38" name="Google Shape;1638;p4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39" name="Google Shape;1639;p4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40" name="Google Shape;1640;p48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48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42" name="Google Shape;1642;p48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43" name="Google Shape;1643;p48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4" name="Google Shape;1644;p48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48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6" name="Google Shape;1646;p48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647" name="Google Shape;1647;p48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648" name="Google Shape;1648;p48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49" name="Google Shape;1649;p4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50" name="Google Shape;1650;p4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51" name="Google Shape;1651;p48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48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48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54" name="Google Shape;1654;p48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655" name="Google Shape;1655;p48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656" name="Google Shape;1656;p48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48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48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9" name="Google Shape;1659;p48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48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1" name="Google Shape;1661;p48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662" name="Google Shape;1662;p48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663" name="Google Shape;1663;p48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64" name="Google Shape;1664;p48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665" name="Google Shape;1665;p48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6" name="Google Shape;1666;p48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67" name="Google Shape;1667;p48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668" name="Google Shape;1668;p48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669" name="Google Shape;1669;p48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670" name="Google Shape;1670;p48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671" name="Google Shape;1671;p48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672" name="Google Shape;1672;p48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673" name="Google Shape;1673;p48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48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5" name="Google Shape;1675;p48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676" name="Google Shape;1676;p48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677" name="Google Shape;1677;p48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678" name="Google Shape;1678;p48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679" name="Google Shape;1679;p48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48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81" name="Google Shape;1681;p48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2" name="Google Shape;1682;p48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83" name="Google Shape;1683;p48"/>
          <p:cNvSpPr/>
          <p:nvPr/>
        </p:nvSpPr>
        <p:spPr>
          <a:xfrm>
            <a:off x="6096000" y="1933583"/>
            <a:ext cx="6096000" cy="1183273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48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of third Joint</a:t>
            </a:r>
            <a:endParaRPr/>
          </a:p>
        </p:txBody>
      </p:sp>
      <p:grpSp>
        <p:nvGrpSpPr>
          <p:cNvPr id="1690" name="Google Shape;1690;p49"/>
          <p:cNvGrpSpPr/>
          <p:nvPr/>
        </p:nvGrpSpPr>
        <p:grpSpPr>
          <a:xfrm>
            <a:off x="1140024" y="2119967"/>
            <a:ext cx="1016949" cy="1024872"/>
            <a:chOff x="3042303" y="4144710"/>
            <a:chExt cx="1016949" cy="1024872"/>
          </a:xfrm>
        </p:grpSpPr>
        <p:sp>
          <p:nvSpPr>
            <p:cNvPr id="1691" name="Google Shape;1691;p49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49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693" name="Google Shape;1693;p49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717450"/>
                <a:gridCol w="1632850"/>
                <a:gridCol w="522525"/>
                <a:gridCol w="587825"/>
                <a:gridCol w="55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0-85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694" name="Google Shape;1694;p49"/>
          <p:cNvGrpSpPr/>
          <p:nvPr/>
        </p:nvGrpSpPr>
        <p:grpSpPr>
          <a:xfrm>
            <a:off x="3398434" y="1255200"/>
            <a:ext cx="2672971" cy="1975377"/>
            <a:chOff x="3583492" y="3345256"/>
            <a:chExt cx="2672971" cy="1975377"/>
          </a:xfrm>
        </p:grpSpPr>
        <p:grpSp>
          <p:nvGrpSpPr>
            <p:cNvPr id="1695" name="Google Shape;1695;p49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696" name="Google Shape;1696;p49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49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49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9" name="Google Shape;1699;p49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24585" l="0" r="-644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49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8" l="0" r="-57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1" name="Google Shape;1701;p49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702" name="Google Shape;1702;p49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703" name="Google Shape;1703;p4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704" name="Google Shape;1704;p4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705" name="Google Shape;1705;p49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49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07" name="Google Shape;1707;p49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8" name="Google Shape;1708;p49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09" name="Google Shape;1709;p49"/>
          <p:cNvSpPr/>
          <p:nvPr/>
        </p:nvSpPr>
        <p:spPr>
          <a:xfrm rot="2346003">
            <a:off x="1623998" y="3042671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49"/>
          <p:cNvSpPr/>
          <p:nvPr/>
        </p:nvSpPr>
        <p:spPr>
          <a:xfrm rot="2346003">
            <a:off x="1614567" y="2165974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1" name="Google Shape;1711;p49"/>
          <p:cNvGrpSpPr/>
          <p:nvPr/>
        </p:nvGrpSpPr>
        <p:grpSpPr>
          <a:xfrm>
            <a:off x="1571983" y="1249351"/>
            <a:ext cx="2687902" cy="1972627"/>
            <a:chOff x="1757041" y="3372064"/>
            <a:chExt cx="2687902" cy="1972627"/>
          </a:xfrm>
        </p:grpSpPr>
        <p:grpSp>
          <p:nvGrpSpPr>
            <p:cNvPr id="1712" name="Google Shape;1712;p49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713" name="Google Shape;1713;p49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714" name="Google Shape;1714;p4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715" name="Google Shape;1715;p4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716" name="Google Shape;1716;p49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49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49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19" name="Google Shape;1719;p49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720" name="Google Shape;1720;p49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721" name="Google Shape;1721;p49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49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49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4" name="Google Shape;1724;p49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4994" l="0" r="-5641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49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5" l="0" r="-5508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6" name="Google Shape;1726;p49"/>
          <p:cNvGrpSpPr/>
          <p:nvPr/>
        </p:nvGrpSpPr>
        <p:grpSpPr>
          <a:xfrm>
            <a:off x="787922" y="1603791"/>
            <a:ext cx="1855063" cy="1744240"/>
            <a:chOff x="972980" y="3726505"/>
            <a:chExt cx="1855063" cy="1744240"/>
          </a:xfrm>
        </p:grpSpPr>
        <p:grpSp>
          <p:nvGrpSpPr>
            <p:cNvPr id="1727" name="Google Shape;1727;p49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728" name="Google Shape;1728;p49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29" name="Google Shape;1729;p49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730" name="Google Shape;1730;p49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3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1" name="Google Shape;1731;p49"/>
                <p:cNvSpPr/>
                <p:nvPr/>
              </p:nvSpPr>
              <p:spPr>
                <a:xfrm>
                  <a:off x="1432935" y="3539707"/>
                  <a:ext cx="474808" cy="369331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3328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32" name="Google Shape;1732;p49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733" name="Google Shape;1733;p49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734" name="Google Shape;1734;p49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735" name="Google Shape;1735;p49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736" name="Google Shape;1736;p49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737" name="Google Shape;1737;p49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5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738" name="Google Shape;1738;p49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b="-24585" l="0" r="-7137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49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58" l="0" r="-5549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0" name="Google Shape;1740;p49"/>
            <p:cNvGrpSpPr/>
            <p:nvPr/>
          </p:nvGrpSpPr>
          <p:grpSpPr>
            <a:xfrm>
              <a:off x="1236206" y="3726505"/>
              <a:ext cx="1340663" cy="1055801"/>
              <a:chOff x="1226775" y="3695308"/>
              <a:chExt cx="1340663" cy="1055801"/>
            </a:xfrm>
          </p:grpSpPr>
          <p:grpSp>
            <p:nvGrpSpPr>
              <p:cNvPr id="1741" name="Google Shape;1741;p49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742" name="Google Shape;1742;p49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743" name="Google Shape;1743;p49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744" name="Google Shape;1744;p49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49"/>
              <p:cNvSpPr/>
              <p:nvPr/>
            </p:nvSpPr>
            <p:spPr>
              <a:xfrm>
                <a:off x="1226775" y="4304646"/>
                <a:ext cx="440193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46" name="Google Shape;1746;p49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47" name="Google Shape;1747;p49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48" name="Google Shape;1748;p49"/>
          <p:cNvSpPr/>
          <p:nvPr/>
        </p:nvSpPr>
        <p:spPr>
          <a:xfrm>
            <a:off x="5976257" y="1951950"/>
            <a:ext cx="6096000" cy="120032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10655" l="-1497" r="0" t="-40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49"/>
          <p:cNvSpPr txBox="1"/>
          <p:nvPr/>
        </p:nvSpPr>
        <p:spPr>
          <a:xfrm>
            <a:off x="283029" y="3254829"/>
            <a:ext cx="11908971" cy="37120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979" l="-764" r="-71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</a:t>
            </a:r>
            <a:endParaRPr/>
          </a:p>
        </p:txBody>
      </p:sp>
      <p:grpSp>
        <p:nvGrpSpPr>
          <p:cNvPr id="1755" name="Google Shape;1755;p50"/>
          <p:cNvGrpSpPr/>
          <p:nvPr/>
        </p:nvGrpSpPr>
        <p:grpSpPr>
          <a:xfrm>
            <a:off x="2593943" y="2273431"/>
            <a:ext cx="1102936" cy="1093509"/>
            <a:chOff x="914401" y="3846136"/>
            <a:chExt cx="1102936" cy="1093509"/>
          </a:xfrm>
        </p:grpSpPr>
        <p:cxnSp>
          <p:nvCxnSpPr>
            <p:cNvPr id="1756" name="Google Shape;1756;p50"/>
            <p:cNvCxnSpPr/>
            <p:nvPr/>
          </p:nvCxnSpPr>
          <p:spPr>
            <a:xfrm>
              <a:off x="914401" y="4925505"/>
              <a:ext cx="110293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57" name="Google Shape;1757;p50"/>
            <p:cNvCxnSpPr/>
            <p:nvPr/>
          </p:nvCxnSpPr>
          <p:spPr>
            <a:xfrm rot="10800000">
              <a:off x="923827" y="3846136"/>
              <a:ext cx="0" cy="1093509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758" name="Google Shape;1758;p50"/>
          <p:cNvSpPr/>
          <p:nvPr/>
        </p:nvSpPr>
        <p:spPr>
          <a:xfrm>
            <a:off x="2958505" y="3302465"/>
            <a:ext cx="46198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9" name="Google Shape;1759;p50"/>
          <p:cNvGrpSpPr/>
          <p:nvPr/>
        </p:nvGrpSpPr>
        <p:grpSpPr>
          <a:xfrm>
            <a:off x="546815" y="3846136"/>
            <a:ext cx="1470522" cy="1370086"/>
            <a:chOff x="546815" y="3846136"/>
            <a:chExt cx="1470522" cy="1370086"/>
          </a:xfrm>
        </p:grpSpPr>
        <p:grpSp>
          <p:nvGrpSpPr>
            <p:cNvPr id="1760" name="Google Shape;1760;p50"/>
            <p:cNvGrpSpPr/>
            <p:nvPr/>
          </p:nvGrpSpPr>
          <p:grpSpPr>
            <a:xfrm>
              <a:off x="914401" y="3846136"/>
              <a:ext cx="1102936" cy="1093509"/>
              <a:chOff x="914401" y="3846136"/>
              <a:chExt cx="1102936" cy="1093509"/>
            </a:xfrm>
          </p:grpSpPr>
          <p:cxnSp>
            <p:nvCxnSpPr>
              <p:cNvPr id="1761" name="Google Shape;1761;p50"/>
              <p:cNvCxnSpPr/>
              <p:nvPr/>
            </p:nvCxnSpPr>
            <p:spPr>
              <a:xfrm>
                <a:off x="914401" y="4925505"/>
                <a:ext cx="1102936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762" name="Google Shape;1762;p50"/>
              <p:cNvCxnSpPr/>
              <p:nvPr/>
            </p:nvCxnSpPr>
            <p:spPr>
              <a:xfrm rot="10800000">
                <a:off x="923827" y="3846136"/>
                <a:ext cx="0" cy="109350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763" name="Google Shape;1763;p50"/>
            <p:cNvSpPr/>
            <p:nvPr/>
          </p:nvSpPr>
          <p:spPr>
            <a:xfrm>
              <a:off x="1250682" y="4846890"/>
              <a:ext cx="461986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50"/>
            <p:cNvSpPr/>
            <p:nvPr/>
          </p:nvSpPr>
          <p:spPr>
            <a:xfrm>
              <a:off x="546815" y="4133595"/>
              <a:ext cx="461986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5" name="Google Shape;1765;p50"/>
          <p:cNvSpPr/>
          <p:nvPr/>
        </p:nvSpPr>
        <p:spPr>
          <a:xfrm>
            <a:off x="2216931" y="2513756"/>
            <a:ext cx="46198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50"/>
          <p:cNvSpPr/>
          <p:nvPr/>
        </p:nvSpPr>
        <p:spPr>
          <a:xfrm>
            <a:off x="3450210" y="2234153"/>
            <a:ext cx="84842" cy="75414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50"/>
          <p:cNvSpPr/>
          <p:nvPr/>
        </p:nvSpPr>
        <p:spPr>
          <a:xfrm>
            <a:off x="3546110" y="2080122"/>
            <a:ext cx="76815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10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50"/>
          <p:cNvSpPr/>
          <p:nvPr/>
        </p:nvSpPr>
        <p:spPr>
          <a:xfrm>
            <a:off x="5159281" y="2065982"/>
            <a:ext cx="641683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will transform the axis of pint (x, z) from the (x2, z2) to (x1, z1)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 matrix</a:t>
            </a:r>
            <a:endParaRPr/>
          </a:p>
        </p:txBody>
      </p:sp>
      <p:sp>
        <p:nvSpPr>
          <p:cNvPr id="1774" name="Google Shape;1774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14" r="-3642" t="-22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Homogeneous Transformation Matrices to Express ..." id="1775" name="Google Shape;1775;p5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542427"/>
            <a:ext cx="5181600" cy="2917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DH parameters to Homogeneous transformation </a:t>
            </a:r>
            <a:endParaRPr/>
          </a:p>
        </p:txBody>
      </p:sp>
      <p:sp>
        <p:nvSpPr>
          <p:cNvPr id="1781" name="Google Shape;1781;p52"/>
          <p:cNvSpPr txBox="1"/>
          <p:nvPr>
            <p:ph idx="1" type="body"/>
          </p:nvPr>
        </p:nvSpPr>
        <p:spPr>
          <a:xfrm>
            <a:off x="442276" y="1872759"/>
            <a:ext cx="4384248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49" r="0" t="-25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82" name="Google Shape;1782;p52"/>
          <p:cNvSpPr txBox="1"/>
          <p:nvPr/>
        </p:nvSpPr>
        <p:spPr>
          <a:xfrm>
            <a:off x="5007204" y="1179922"/>
            <a:ext cx="3778578" cy="15365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52"/>
          <p:cNvSpPr txBox="1"/>
          <p:nvPr/>
        </p:nvSpPr>
        <p:spPr>
          <a:xfrm>
            <a:off x="5469117" y="5054338"/>
            <a:ext cx="6410228" cy="153656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52"/>
          <p:cNvSpPr txBox="1"/>
          <p:nvPr/>
        </p:nvSpPr>
        <p:spPr>
          <a:xfrm>
            <a:off x="9034021" y="964677"/>
            <a:ext cx="3343373" cy="153656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20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52"/>
          <p:cNvSpPr txBox="1"/>
          <p:nvPr/>
        </p:nvSpPr>
        <p:spPr>
          <a:xfrm>
            <a:off x="4680408" y="2766768"/>
            <a:ext cx="3266388" cy="153656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52"/>
          <p:cNvSpPr txBox="1"/>
          <p:nvPr/>
        </p:nvSpPr>
        <p:spPr>
          <a:xfrm>
            <a:off x="7484881" y="2667786"/>
            <a:ext cx="4845379" cy="174395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52"/>
          <p:cNvSpPr txBox="1"/>
          <p:nvPr>
            <p:ph idx="2" type="body"/>
          </p:nvPr>
        </p:nvSpPr>
        <p:spPr>
          <a:xfrm>
            <a:off x="5627802" y="4364610"/>
            <a:ext cx="6310460" cy="52790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218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 of joint</a:t>
            </a:r>
            <a:endParaRPr/>
          </a:p>
        </p:txBody>
      </p:sp>
      <p:sp>
        <p:nvSpPr>
          <p:cNvPr id="1793" name="Google Shape;1793;p5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Passive Joint (No movement)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Joint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Revolute Joint (Rotation)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Prismatic Joint (Linear Shift)</a:t>
            </a:r>
            <a:endParaRPr/>
          </a:p>
        </p:txBody>
      </p:sp>
      <p:pic>
        <p:nvPicPr>
          <p:cNvPr descr="Introduction | SpringerLink" id="1794" name="Google Shape;17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3740" y="4039550"/>
            <a:ext cx="652462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3R underactuated manipulator. | Download Scientific Diagram" id="1795" name="Google Shape;179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9435" y="662397"/>
            <a:ext cx="33623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4"/>
          <p:cNvSpPr txBox="1"/>
          <p:nvPr>
            <p:ph type="title"/>
          </p:nvPr>
        </p:nvSpPr>
        <p:spPr>
          <a:xfrm>
            <a:off x="838200" y="365125"/>
            <a:ext cx="70539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 matrixes for all joints </a:t>
            </a:r>
            <a:endParaRPr/>
          </a:p>
        </p:txBody>
      </p:sp>
      <p:sp>
        <p:nvSpPr>
          <p:cNvPr id="1801" name="Google Shape;1801;p54"/>
          <p:cNvSpPr txBox="1"/>
          <p:nvPr/>
        </p:nvSpPr>
        <p:spPr>
          <a:xfrm>
            <a:off x="722946" y="2757453"/>
            <a:ext cx="6410228" cy="15365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2" name="Google Shape;1802;p54"/>
          <p:cNvGraphicFramePr/>
          <p:nvPr/>
        </p:nvGraphicFramePr>
        <p:xfrm>
          <a:off x="8121750" y="1243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{1E115389-CB62-492B-8B42-2BEB54FE5065}</a:tableStyleId>
              </a:tblPr>
              <a:tblGrid>
                <a:gridCol w="803175"/>
                <a:gridCol w="803175"/>
                <a:gridCol w="803175"/>
                <a:gridCol w="803175"/>
                <a:gridCol w="803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Joint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0+60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0-85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03" name="Google Shape;1803;p54"/>
          <p:cNvSpPr txBox="1"/>
          <p:nvPr>
            <p:ph idx="1" type="body"/>
          </p:nvPr>
        </p:nvSpPr>
        <p:spPr>
          <a:xfrm>
            <a:off x="696686" y="1466396"/>
            <a:ext cx="5845629" cy="14074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04" name="Google Shape;1804;p54"/>
          <p:cNvSpPr txBox="1"/>
          <p:nvPr/>
        </p:nvSpPr>
        <p:spPr>
          <a:xfrm>
            <a:off x="722946" y="3911338"/>
            <a:ext cx="6410228" cy="153656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54"/>
          <p:cNvSpPr txBox="1"/>
          <p:nvPr/>
        </p:nvSpPr>
        <p:spPr>
          <a:xfrm>
            <a:off x="733832" y="5141424"/>
            <a:ext cx="6410228" cy="153656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54"/>
          <p:cNvSpPr txBox="1"/>
          <p:nvPr/>
        </p:nvSpPr>
        <p:spPr>
          <a:xfrm>
            <a:off x="7232820" y="3001992"/>
            <a:ext cx="2937724" cy="119824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-10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54"/>
          <p:cNvSpPr txBox="1"/>
          <p:nvPr/>
        </p:nvSpPr>
        <p:spPr>
          <a:xfrm>
            <a:off x="7203057" y="4175185"/>
            <a:ext cx="3436189" cy="120399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-151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54"/>
          <p:cNvSpPr txBox="1"/>
          <p:nvPr/>
        </p:nvSpPr>
        <p:spPr>
          <a:xfrm>
            <a:off x="7177177" y="5338685"/>
            <a:ext cx="3697856" cy="133816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-13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Homogeneous transformation matrixes</a:t>
            </a:r>
            <a:endParaRPr/>
          </a:p>
        </p:txBody>
      </p:sp>
      <p:sp>
        <p:nvSpPr>
          <p:cNvPr id="1814" name="Google Shape;1814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15" name="Google Shape;1815;p55"/>
          <p:cNvSpPr/>
          <p:nvPr/>
        </p:nvSpPr>
        <p:spPr>
          <a:xfrm>
            <a:off x="6687023" y="1809217"/>
            <a:ext cx="161675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55"/>
          <p:cNvSpPr/>
          <p:nvPr/>
        </p:nvSpPr>
        <p:spPr>
          <a:xfrm>
            <a:off x="4627604" y="1761858"/>
            <a:ext cx="161675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2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55"/>
          <p:cNvSpPr/>
          <p:nvPr/>
        </p:nvSpPr>
        <p:spPr>
          <a:xfrm>
            <a:off x="2366853" y="3302018"/>
            <a:ext cx="161675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transformation matrix 3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8" name="Google Shape;1818;p55"/>
          <p:cNvGrpSpPr/>
          <p:nvPr/>
        </p:nvGrpSpPr>
        <p:grpSpPr>
          <a:xfrm>
            <a:off x="4242454" y="3306509"/>
            <a:ext cx="1016949" cy="1024872"/>
            <a:chOff x="3042303" y="4144710"/>
            <a:chExt cx="1016949" cy="1024872"/>
          </a:xfrm>
        </p:grpSpPr>
        <p:sp>
          <p:nvSpPr>
            <p:cNvPr id="1819" name="Google Shape;1819;p55"/>
            <p:cNvSpPr/>
            <p:nvPr/>
          </p:nvSpPr>
          <p:spPr>
            <a:xfrm>
              <a:off x="3042303" y="4554285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55"/>
            <p:cNvSpPr/>
            <p:nvPr/>
          </p:nvSpPr>
          <p:spPr>
            <a:xfrm>
              <a:off x="3042303" y="4144710"/>
              <a:ext cx="1016949" cy="615297"/>
            </a:xfrm>
            <a:prstGeom prst="flowChartMagneticDisk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1" name="Google Shape;1821;p55"/>
          <p:cNvGrpSpPr/>
          <p:nvPr/>
        </p:nvGrpSpPr>
        <p:grpSpPr>
          <a:xfrm>
            <a:off x="6500864" y="2441742"/>
            <a:ext cx="2672971" cy="1975377"/>
            <a:chOff x="3583492" y="3345256"/>
            <a:chExt cx="2672971" cy="1975377"/>
          </a:xfrm>
        </p:grpSpPr>
        <p:grpSp>
          <p:nvGrpSpPr>
            <p:cNvPr id="1822" name="Google Shape;1822;p55"/>
            <p:cNvGrpSpPr/>
            <p:nvPr/>
          </p:nvGrpSpPr>
          <p:grpSpPr>
            <a:xfrm rot="2370978">
              <a:off x="3816774" y="3689132"/>
              <a:ext cx="1543376" cy="1287625"/>
              <a:chOff x="3550777" y="2949437"/>
              <a:chExt cx="1543376" cy="1287625"/>
            </a:xfrm>
          </p:grpSpPr>
          <p:sp>
            <p:nvSpPr>
              <p:cNvPr id="1823" name="Google Shape;1823;p55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55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55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6" name="Google Shape;1826;p55"/>
            <p:cNvSpPr/>
            <p:nvPr/>
          </p:nvSpPr>
          <p:spPr>
            <a:xfrm>
              <a:off x="4379913" y="3961569"/>
              <a:ext cx="756938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658" l="0" r="-6448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55"/>
            <p:cNvSpPr/>
            <p:nvPr/>
          </p:nvSpPr>
          <p:spPr>
            <a:xfrm>
              <a:off x="3644011" y="3857311"/>
              <a:ext cx="840295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6658" l="0" r="-5794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8" name="Google Shape;1828;p55"/>
            <p:cNvGrpSpPr/>
            <p:nvPr/>
          </p:nvGrpSpPr>
          <p:grpSpPr>
            <a:xfrm>
              <a:off x="5085821" y="3707878"/>
              <a:ext cx="1170642" cy="1152841"/>
              <a:chOff x="2482450" y="2207448"/>
              <a:chExt cx="1170642" cy="1152841"/>
            </a:xfrm>
          </p:grpSpPr>
          <p:grpSp>
            <p:nvGrpSpPr>
              <p:cNvPr id="1829" name="Google Shape;1829;p55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830" name="Google Shape;1830;p5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831" name="Google Shape;1831;p5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832" name="Google Shape;1832;p55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55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34" name="Google Shape;1834;p55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835" name="Google Shape;1835;p55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36" name="Google Shape;1836;p55"/>
          <p:cNvSpPr/>
          <p:nvPr/>
        </p:nvSpPr>
        <p:spPr>
          <a:xfrm rot="2346003">
            <a:off x="4726428" y="4229213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55"/>
          <p:cNvSpPr/>
          <p:nvPr/>
        </p:nvSpPr>
        <p:spPr>
          <a:xfrm rot="2346003">
            <a:off x="4716997" y="3352516"/>
            <a:ext cx="91440" cy="914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8" name="Google Shape;1838;p55"/>
          <p:cNvGrpSpPr/>
          <p:nvPr/>
        </p:nvGrpSpPr>
        <p:grpSpPr>
          <a:xfrm>
            <a:off x="4674413" y="2435893"/>
            <a:ext cx="2687902" cy="1972627"/>
            <a:chOff x="1757041" y="3372064"/>
            <a:chExt cx="2687902" cy="1972627"/>
          </a:xfrm>
        </p:grpSpPr>
        <p:grpSp>
          <p:nvGrpSpPr>
            <p:cNvPr id="1839" name="Google Shape;1839;p55"/>
            <p:cNvGrpSpPr/>
            <p:nvPr/>
          </p:nvGrpSpPr>
          <p:grpSpPr>
            <a:xfrm>
              <a:off x="3274301" y="3678034"/>
              <a:ext cx="1170642" cy="1152841"/>
              <a:chOff x="2482450" y="2207448"/>
              <a:chExt cx="1170642" cy="1152841"/>
            </a:xfrm>
          </p:grpSpPr>
          <p:grpSp>
            <p:nvGrpSpPr>
              <p:cNvPr id="1840" name="Google Shape;1840;p55"/>
              <p:cNvGrpSpPr/>
              <p:nvPr/>
            </p:nvGrpSpPr>
            <p:grpSpPr>
              <a:xfrm>
                <a:off x="2894094" y="220744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841" name="Google Shape;1841;p5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842" name="Google Shape;1842;p5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843" name="Google Shape;1843;p55"/>
              <p:cNvSpPr/>
              <p:nvPr/>
            </p:nvSpPr>
            <p:spPr>
              <a:xfrm>
                <a:off x="3002958" y="2783095"/>
                <a:ext cx="307419" cy="36933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2744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55"/>
              <p:cNvSpPr/>
              <p:nvPr/>
            </p:nvSpPr>
            <p:spPr>
              <a:xfrm>
                <a:off x="2584573" y="2990957"/>
                <a:ext cx="527843" cy="36933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55"/>
              <p:cNvSpPr/>
              <p:nvPr/>
            </p:nvSpPr>
            <p:spPr>
              <a:xfrm>
                <a:off x="2482450" y="2304372"/>
                <a:ext cx="527843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46" name="Google Shape;1846;p55"/>
              <p:cNvCxnSpPr/>
              <p:nvPr/>
            </p:nvCxnSpPr>
            <p:spPr>
              <a:xfrm flipH="1">
                <a:off x="2499674" y="2842169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847" name="Google Shape;1847;p55"/>
            <p:cNvGrpSpPr/>
            <p:nvPr/>
          </p:nvGrpSpPr>
          <p:grpSpPr>
            <a:xfrm rot="2346003">
              <a:off x="1990255" y="3714565"/>
              <a:ext cx="1543376" cy="1287625"/>
              <a:chOff x="3550777" y="2949437"/>
              <a:chExt cx="1543376" cy="1287625"/>
            </a:xfrm>
          </p:grpSpPr>
          <p:sp>
            <p:nvSpPr>
              <p:cNvPr id="1848" name="Google Shape;1848;p55"/>
              <p:cNvSpPr/>
              <p:nvPr/>
            </p:nvSpPr>
            <p:spPr>
              <a:xfrm rot="-2359497">
                <a:off x="3362345" y="3547529"/>
                <a:ext cx="1920240" cy="9144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55"/>
              <p:cNvSpPr/>
              <p:nvPr/>
            </p:nvSpPr>
            <p:spPr>
              <a:xfrm>
                <a:off x="4978849" y="2965197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55"/>
              <p:cNvSpPr/>
              <p:nvPr/>
            </p:nvSpPr>
            <p:spPr>
              <a:xfrm>
                <a:off x="3569149" y="4117722"/>
                <a:ext cx="91440" cy="9144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1" name="Google Shape;1851;p55"/>
            <p:cNvSpPr/>
            <p:nvPr/>
          </p:nvSpPr>
          <p:spPr>
            <a:xfrm>
              <a:off x="2639957" y="3997234"/>
              <a:ext cx="756938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4585" l="0" r="-5641" t="-81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55"/>
            <p:cNvSpPr/>
            <p:nvPr/>
          </p:nvSpPr>
          <p:spPr>
            <a:xfrm>
              <a:off x="2009637" y="3939362"/>
              <a:ext cx="769763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26658" l="0" r="-5508" t="-99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3" name="Google Shape;1853;p55"/>
          <p:cNvGrpSpPr/>
          <p:nvPr/>
        </p:nvGrpSpPr>
        <p:grpSpPr>
          <a:xfrm>
            <a:off x="3890352" y="2790333"/>
            <a:ext cx="1855063" cy="1744240"/>
            <a:chOff x="972980" y="3726505"/>
            <a:chExt cx="1855063" cy="1744240"/>
          </a:xfrm>
        </p:grpSpPr>
        <p:grpSp>
          <p:nvGrpSpPr>
            <p:cNvPr id="1854" name="Google Shape;1854;p55"/>
            <p:cNvGrpSpPr/>
            <p:nvPr/>
          </p:nvGrpSpPr>
          <p:grpSpPr>
            <a:xfrm>
              <a:off x="972980" y="4421168"/>
              <a:ext cx="1855063" cy="1049577"/>
              <a:chOff x="972980" y="4421168"/>
              <a:chExt cx="1855063" cy="1049577"/>
            </a:xfrm>
          </p:grpSpPr>
          <p:sp>
            <p:nvSpPr>
              <p:cNvPr id="1855" name="Google Shape;1855;p55"/>
              <p:cNvSpPr/>
              <p:nvPr/>
            </p:nvSpPr>
            <p:spPr>
              <a:xfrm rot="10800000">
                <a:off x="1346067" y="5095085"/>
                <a:ext cx="975584" cy="229074"/>
              </a:xfrm>
              <a:prstGeom prst="arc">
                <a:avLst>
                  <a:gd fmla="val 1935885" name="adj1"/>
                  <a:gd fmla="val 0" name="adj2"/>
                </a:avLst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56" name="Google Shape;1856;p55"/>
              <p:cNvGrpSpPr/>
              <p:nvPr/>
            </p:nvGrpSpPr>
            <p:grpSpPr>
              <a:xfrm>
                <a:off x="1489497" y="4421168"/>
                <a:ext cx="1338546" cy="1049577"/>
                <a:chOff x="1432935" y="3252248"/>
                <a:chExt cx="1645304" cy="1407794"/>
              </a:xfrm>
            </p:grpSpPr>
            <p:sp>
              <p:nvSpPr>
                <p:cNvPr id="1857" name="Google Shape;1857;p55"/>
                <p:cNvSpPr/>
                <p:nvPr/>
              </p:nvSpPr>
              <p:spPr>
                <a:xfrm>
                  <a:off x="2146229" y="4290710"/>
                  <a:ext cx="512130" cy="369332"/>
                </a:xfrm>
                <a:prstGeom prst="rect">
                  <a:avLst/>
                </a:prstGeom>
                <a:blipFill rotWithShape="1">
                  <a:blip r:embed="rId14">
                    <a:alphaModFix/>
                  </a:blip>
                  <a:stretch>
                    <a:fillRect b="-31104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8" name="Google Shape;1858;p55"/>
                <p:cNvSpPr/>
                <p:nvPr/>
              </p:nvSpPr>
              <p:spPr>
                <a:xfrm>
                  <a:off x="1432935" y="3539707"/>
                  <a:ext cx="474809" cy="369332"/>
                </a:xfrm>
                <a:prstGeom prst="rect">
                  <a:avLst/>
                </a:prstGeom>
                <a:blipFill rotWithShape="1">
                  <a:blip r:embed="rId15">
                    <a:alphaModFix/>
                  </a:blip>
                  <a:stretch>
                    <a:fillRect b="-31104" l="0" r="0" t="0"/>
                  </a:stretch>
                </a:blip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59" name="Google Shape;1859;p55"/>
                <p:cNvGrpSpPr/>
                <p:nvPr/>
              </p:nvGrpSpPr>
              <p:grpSpPr>
                <a:xfrm>
                  <a:off x="1809948" y="3252248"/>
                  <a:ext cx="1268291" cy="1093509"/>
                  <a:chOff x="1809948" y="3252248"/>
                  <a:chExt cx="1268291" cy="1093509"/>
                </a:xfrm>
              </p:grpSpPr>
              <p:grpSp>
                <p:nvGrpSpPr>
                  <p:cNvPr id="1860" name="Google Shape;1860;p55"/>
                  <p:cNvGrpSpPr/>
                  <p:nvPr/>
                </p:nvGrpSpPr>
                <p:grpSpPr>
                  <a:xfrm>
                    <a:off x="1809948" y="3252248"/>
                    <a:ext cx="1102936" cy="1093509"/>
                    <a:chOff x="914401" y="3846136"/>
                    <a:chExt cx="1102936" cy="1093509"/>
                  </a:xfrm>
                </p:grpSpPr>
                <p:cxnSp>
                  <p:nvCxnSpPr>
                    <p:cNvPr id="1861" name="Google Shape;1861;p55"/>
                    <p:cNvCxnSpPr/>
                    <p:nvPr/>
                  </p:nvCxnSpPr>
                  <p:spPr>
                    <a:xfrm>
                      <a:off x="914401" y="4925505"/>
                      <a:ext cx="1102936" cy="0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1862" name="Google Shape;1862;p55"/>
                    <p:cNvCxnSpPr/>
                    <p:nvPr/>
                  </p:nvCxnSpPr>
                  <p:spPr>
                    <a:xfrm rot="10800000">
                      <a:off x="952108" y="3846136"/>
                      <a:ext cx="0" cy="1093509"/>
                    </a:xfrm>
                    <a:prstGeom prst="straightConnector1">
                      <a:avLst/>
                    </a:prstGeom>
                    <a:noFill/>
                    <a:ln cap="flat" cmpd="sng" w="762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</p:grpSp>
              <p:cxnSp>
                <p:nvCxnSpPr>
                  <p:cNvPr id="1863" name="Google Shape;1863;p55"/>
                  <p:cNvCxnSpPr/>
                  <p:nvPr/>
                </p:nvCxnSpPr>
                <p:spPr>
                  <a:xfrm flipH="1" rot="10800000">
                    <a:off x="1840832" y="3667027"/>
                    <a:ext cx="864662" cy="651993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1864" name="Google Shape;1864;p55"/>
                  <p:cNvSpPr/>
                  <p:nvPr/>
                </p:nvSpPr>
                <p:spPr>
                  <a:xfrm>
                    <a:off x="2603430" y="3701534"/>
                    <a:ext cx="474809" cy="369332"/>
                  </a:xfrm>
                  <a:prstGeom prst="rect">
                    <a:avLst/>
                  </a:prstGeom>
                  <a:blipFill rotWithShape="1">
                    <a:blip r:embed="rId16">
                      <a:alphaModFix/>
                    </a:blip>
                    <a:stretch>
                      <a:fillRect b="-31104" l="0" r="0" t="0"/>
                    </a:stretch>
                  </a:blip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 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865" name="Google Shape;1865;p55"/>
              <p:cNvSpPr/>
              <p:nvPr/>
            </p:nvSpPr>
            <p:spPr>
              <a:xfrm>
                <a:off x="972980" y="4684046"/>
                <a:ext cx="679994" cy="369332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b="-26658" l="0" r="-7137" t="-999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55"/>
              <p:cNvSpPr/>
              <p:nvPr/>
            </p:nvSpPr>
            <p:spPr>
              <a:xfrm>
                <a:off x="1805916" y="4730481"/>
                <a:ext cx="769763" cy="369332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24585" l="0" r="-5549" t="-8192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7" name="Google Shape;1867;p55"/>
            <p:cNvGrpSpPr/>
            <p:nvPr/>
          </p:nvGrpSpPr>
          <p:grpSpPr>
            <a:xfrm>
              <a:off x="1406227" y="3726505"/>
              <a:ext cx="1170642" cy="1152841"/>
              <a:chOff x="1396796" y="3695308"/>
              <a:chExt cx="1170642" cy="1152841"/>
            </a:xfrm>
          </p:grpSpPr>
          <p:grpSp>
            <p:nvGrpSpPr>
              <p:cNvPr id="1868" name="Google Shape;1868;p55"/>
              <p:cNvGrpSpPr/>
              <p:nvPr/>
            </p:nvGrpSpPr>
            <p:grpSpPr>
              <a:xfrm>
                <a:off x="1808440" y="3695308"/>
                <a:ext cx="758998" cy="649603"/>
                <a:chOff x="914401" y="3846136"/>
                <a:chExt cx="1102936" cy="1093509"/>
              </a:xfrm>
            </p:grpSpPr>
            <p:cxnSp>
              <p:nvCxnSpPr>
                <p:cNvPr id="1869" name="Google Shape;1869;p55"/>
                <p:cNvCxnSpPr/>
                <p:nvPr/>
              </p:nvCxnSpPr>
              <p:spPr>
                <a:xfrm>
                  <a:off x="914401" y="4925505"/>
                  <a:ext cx="110293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870" name="Google Shape;1870;p55"/>
                <p:cNvCxnSpPr/>
                <p:nvPr/>
              </p:nvCxnSpPr>
              <p:spPr>
                <a:xfrm rot="10800000">
                  <a:off x="923827" y="3846136"/>
                  <a:ext cx="0" cy="1093509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C0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871" name="Google Shape;1871;p55"/>
              <p:cNvSpPr/>
              <p:nvPr/>
            </p:nvSpPr>
            <p:spPr>
              <a:xfrm>
                <a:off x="1917304" y="4270955"/>
                <a:ext cx="307419" cy="369332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0" l="0" r="-29991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55"/>
              <p:cNvSpPr/>
              <p:nvPr/>
            </p:nvSpPr>
            <p:spPr>
              <a:xfrm>
                <a:off x="1498919" y="4478817"/>
                <a:ext cx="527843" cy="369332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73" name="Google Shape;1873;p55"/>
              <p:cNvCxnSpPr/>
              <p:nvPr/>
            </p:nvCxnSpPr>
            <p:spPr>
              <a:xfrm flipH="1">
                <a:off x="1414020" y="4339456"/>
                <a:ext cx="409439" cy="41165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874" name="Google Shape;1874;p55"/>
              <p:cNvSpPr/>
              <p:nvPr/>
            </p:nvSpPr>
            <p:spPr>
              <a:xfrm>
                <a:off x="1396796" y="3792232"/>
                <a:ext cx="527843" cy="369332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75" name="Google Shape;1875;p55"/>
          <p:cNvSpPr/>
          <p:nvPr/>
        </p:nvSpPr>
        <p:spPr>
          <a:xfrm>
            <a:off x="6640287" y="2644689"/>
            <a:ext cx="1785257" cy="795197"/>
          </a:xfrm>
          <a:custGeom>
            <a:rect b="b" l="l" r="r" t="t"/>
            <a:pathLst>
              <a:path extrusionOk="0" h="795197" w="1785257">
                <a:moveTo>
                  <a:pt x="1785257" y="795197"/>
                </a:moveTo>
                <a:cubicBezTo>
                  <a:pt x="1504042" y="406033"/>
                  <a:pt x="1222828" y="16869"/>
                  <a:pt x="925285" y="540"/>
                </a:cubicBezTo>
                <a:cubicBezTo>
                  <a:pt x="627742" y="-15789"/>
                  <a:pt x="313871" y="340718"/>
                  <a:pt x="0" y="697225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55"/>
          <p:cNvSpPr/>
          <p:nvPr/>
        </p:nvSpPr>
        <p:spPr>
          <a:xfrm>
            <a:off x="4778830" y="2601147"/>
            <a:ext cx="1785257" cy="795197"/>
          </a:xfrm>
          <a:custGeom>
            <a:rect b="b" l="l" r="r" t="t"/>
            <a:pathLst>
              <a:path extrusionOk="0" h="795197" w="1785257">
                <a:moveTo>
                  <a:pt x="1785257" y="795197"/>
                </a:moveTo>
                <a:cubicBezTo>
                  <a:pt x="1504042" y="406033"/>
                  <a:pt x="1222828" y="16869"/>
                  <a:pt x="925285" y="540"/>
                </a:cubicBezTo>
                <a:cubicBezTo>
                  <a:pt x="627742" y="-15789"/>
                  <a:pt x="313871" y="340718"/>
                  <a:pt x="0" y="697225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5"/>
          <p:cNvSpPr/>
          <p:nvPr/>
        </p:nvSpPr>
        <p:spPr>
          <a:xfrm rot="-5400000">
            <a:off x="3829188" y="3491187"/>
            <a:ext cx="984887" cy="795197"/>
          </a:xfrm>
          <a:custGeom>
            <a:rect b="b" l="l" r="r" t="t"/>
            <a:pathLst>
              <a:path extrusionOk="0" h="795197" w="1785257">
                <a:moveTo>
                  <a:pt x="1785257" y="795197"/>
                </a:moveTo>
                <a:cubicBezTo>
                  <a:pt x="1504042" y="406033"/>
                  <a:pt x="1222828" y="16869"/>
                  <a:pt x="925285" y="540"/>
                </a:cubicBezTo>
                <a:cubicBezTo>
                  <a:pt x="627742" y="-15789"/>
                  <a:pt x="313871" y="340718"/>
                  <a:pt x="0" y="697225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5"/>
          <p:cNvSpPr/>
          <p:nvPr/>
        </p:nvSpPr>
        <p:spPr>
          <a:xfrm>
            <a:off x="3230492" y="5477961"/>
            <a:ext cx="4235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55"/>
          <p:cNvSpPr/>
          <p:nvPr/>
        </p:nvSpPr>
        <p:spPr>
          <a:xfrm>
            <a:off x="6039826" y="5458858"/>
            <a:ext cx="4235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55"/>
          <p:cNvSpPr/>
          <p:nvPr/>
        </p:nvSpPr>
        <p:spPr>
          <a:xfrm>
            <a:off x="8479459" y="5258191"/>
            <a:ext cx="543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55"/>
          <p:cNvSpPr txBox="1"/>
          <p:nvPr/>
        </p:nvSpPr>
        <p:spPr>
          <a:xfrm>
            <a:off x="6176514" y="5434642"/>
            <a:ext cx="2570672" cy="888521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55"/>
          <p:cNvSpPr txBox="1"/>
          <p:nvPr/>
        </p:nvSpPr>
        <p:spPr>
          <a:xfrm>
            <a:off x="3519577" y="5426014"/>
            <a:ext cx="2596551" cy="988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55"/>
          <p:cNvSpPr txBox="1"/>
          <p:nvPr/>
        </p:nvSpPr>
        <p:spPr>
          <a:xfrm>
            <a:off x="448574" y="5416320"/>
            <a:ext cx="2932979" cy="967228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55"/>
          <p:cNvSpPr txBox="1"/>
          <p:nvPr/>
        </p:nvSpPr>
        <p:spPr>
          <a:xfrm>
            <a:off x="8839200" y="5431769"/>
            <a:ext cx="3065254" cy="1020790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(X, Y, Z)= (14.584, 17.38, 29.404)</a:t>
            </a:r>
            <a:endParaRPr/>
          </a:p>
        </p:txBody>
      </p:sp>
      <p:sp>
        <p:nvSpPr>
          <p:cNvPr id="1890" name="Google Shape;1890;p56"/>
          <p:cNvSpPr/>
          <p:nvPr/>
        </p:nvSpPr>
        <p:spPr>
          <a:xfrm>
            <a:off x="6335486" y="2188030"/>
            <a:ext cx="1262743" cy="1452318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56"/>
          <p:cNvSpPr txBox="1"/>
          <p:nvPr>
            <p:ph idx="1" type="body"/>
          </p:nvPr>
        </p:nvSpPr>
        <p:spPr>
          <a:xfrm>
            <a:off x="1925128" y="2403595"/>
            <a:ext cx="5830019" cy="17025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7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2024-01-29T04:57:35Z</dcterms:created>
  <dc:creator>HP</dc:creator>
</cp:coreProperties>
</file>